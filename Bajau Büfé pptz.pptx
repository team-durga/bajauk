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1A5"/>
    <a:srgbClr val="FFB7CC"/>
    <a:srgbClr val="FF92B2"/>
    <a:srgbClr val="FFA7C0"/>
    <a:srgbClr val="FC92DE"/>
    <a:srgbClr val="FCD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566BD8-CBD9-44FF-8F0C-CAD6CAD05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C7556F5-7DD0-47AB-B507-947506C9BB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E812D9F-6A59-4317-9026-BD675C12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AE34A72-B8ED-4AD1-B35C-FB7D3C85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EBA707-1D11-47FA-96E8-06243933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793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91915B-5C68-43B7-8F3A-7533DCCE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20258D8-B2EA-4F9C-BCAC-EDF633DB2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76A1AB-B55F-4735-B503-CDDF0A46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447BAE7-EE9A-4F78-9A70-A5B46A95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E64299C-FA87-4FCE-A7E6-C6C0DCB0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663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0FA53A-6339-4B83-AC95-32E5F3089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1B4ABD0-0A0C-40F7-A324-C8655CF2A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BA95782-0D46-4135-B667-9163F9C8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AA89791-28FB-4D2F-B2AE-EB4FBBFB7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2345EF2-96F0-4B4F-BBE6-48639F5AD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242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3C3DBF9-8B21-4BE1-8E43-6E41C57E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0D5FF0B-81D3-4B97-B2E7-0A7BAA96D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2A6569A-2A82-4791-912C-558791818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4B3C9CF-EF63-4FEC-9B13-37E19E56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2B48B5D-C2E4-45CD-9762-9B9C9999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0EA2A92-9B2C-498D-9E07-065E97E9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199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EAE9A9-6D75-4991-9A00-F7AFC75BB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ED9CA97-4D7F-42DD-9536-09BD5CAD0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AE68C36-57BD-41DE-BC42-1CDBC692C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C9BA26A-7C3F-465A-B688-F62EF24A86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8CC9503-3788-4A36-9A59-1725F4FB2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EEE7AC2D-1C5B-499D-8A2E-DC0E1C535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0008986-1A77-4F2B-BFB8-72F3A2C3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D4D6731-6B97-4568-8DEB-90BDC0894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558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DC280E-90E8-4773-9845-F2D20CC0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528756C-0DF0-4AF8-A0A0-7A68F3679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2A0BFD8-4DC2-4B4D-BB14-F4B7D30A9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18C518C-182C-481D-9F33-122E43AA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280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D54C54B-A267-47F8-B88C-3C206540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595EF4F-3B2C-4A90-BB4D-B17480448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1486F2F-60E2-42FE-8CD3-58AD8A64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6941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A263B2-0A12-4B65-A1EF-CB3FF61A0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6AC40F0-2E2D-401A-B380-4309ED3AC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88D2327-4EC6-482B-9F10-E4F07E56E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D65AA5D-A6C6-4216-BA4F-43C7A733E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AA99FC0-A016-4E7D-BF16-C49E581C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FA5F5FD-0982-4AD7-880F-F182355F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16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9A9557-7A40-40C9-9E22-7D4DB9F05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A3CC06F-C998-4E45-A8B4-533D899C83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46AB358-9363-40F9-BB62-6D79A7A54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B3328FD-8399-4E7C-B4BD-4DB57FA23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AF6C2B7-E2F4-4882-8E2C-2D6A5476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E9260D2-59AB-46D1-A89E-594526F8A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4950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7ED5644-EFE6-4048-8E65-B9577838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D7DDB91-E7AE-45F5-8BAB-4864DC00B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223ADA8-FA38-4736-8D9B-A170242A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97FBA0-DFD0-4680-9D9E-310286261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95580AC-FAF7-477C-9069-DA58855D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696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919CDF98-FDFC-405A-A9A3-BD8DC72B0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DCE52D8-79A5-4ADC-A530-E0DF756CB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7AD69CD-82B8-4A95-8788-D607854D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50CE32B-B33A-460E-A063-8C8E5CE8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C3DF265-C764-47E3-8B49-EC81C9DB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893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514AE36-9555-4734-B7D3-510A7831F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52A00E8-E308-4A82-9E75-6E29B7BD0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C57CEC8-77AF-4DB2-9B4E-EE5B03199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D3975-4750-4293-AF3D-1F884EE7C1CF}" type="datetimeFigureOut">
              <a:rPr lang="hu-HU" smtClean="0"/>
              <a:t>2025. 10. 22.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C6A643C-57AA-4FAE-A473-9A77E708C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594632D-97D1-4300-9376-7D4BEA1B7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21628-96CD-49CA-965F-F753931A6DD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9180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7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églalap 11">
            <a:extLst>
              <a:ext uri="{FF2B5EF4-FFF2-40B4-BE49-F238E27FC236}">
                <a16:creationId xmlns:a16="http://schemas.microsoft.com/office/drawing/2014/main" id="{328374C0-4AFD-45D6-8253-0E256E207D3A}"/>
              </a:ext>
            </a:extLst>
          </p:cNvPr>
          <p:cNvSpPr/>
          <p:nvPr/>
        </p:nvSpPr>
        <p:spPr>
          <a:xfrm rot="3600000">
            <a:off x="5780278" y="-4289000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E4515443-5922-4E28-A53A-A3FD044187B2}"/>
              </a:ext>
            </a:extLst>
          </p:cNvPr>
          <p:cNvSpPr/>
          <p:nvPr/>
        </p:nvSpPr>
        <p:spPr>
          <a:xfrm rot="7200000">
            <a:off x="5780280" y="-4289002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Téglalap 13">
            <a:extLst>
              <a:ext uri="{FF2B5EF4-FFF2-40B4-BE49-F238E27FC236}">
                <a16:creationId xmlns:a16="http://schemas.microsoft.com/office/drawing/2014/main" id="{02D202DE-E9A3-4378-8402-773B939D2444}"/>
              </a:ext>
            </a:extLst>
          </p:cNvPr>
          <p:cNvSpPr/>
          <p:nvPr/>
        </p:nvSpPr>
        <p:spPr>
          <a:xfrm rot="5400000">
            <a:off x="5932680" y="-4136602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4C683A00-1639-4973-9735-24B20F759175}"/>
              </a:ext>
            </a:extLst>
          </p:cNvPr>
          <p:cNvSpPr/>
          <p:nvPr/>
        </p:nvSpPr>
        <p:spPr>
          <a:xfrm>
            <a:off x="5727700" y="-4092000"/>
            <a:ext cx="7366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85FE3F2F-6EAE-4A21-A1EA-05CD6FDD842D}"/>
              </a:ext>
            </a:extLst>
          </p:cNvPr>
          <p:cNvSpPr/>
          <p:nvPr/>
        </p:nvSpPr>
        <p:spPr>
          <a:xfrm rot="3600000">
            <a:off x="5411978" y="-3768300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Téglalap 16">
            <a:extLst>
              <a:ext uri="{FF2B5EF4-FFF2-40B4-BE49-F238E27FC236}">
                <a16:creationId xmlns:a16="http://schemas.microsoft.com/office/drawing/2014/main" id="{721B893D-42A9-44CA-9A47-A93FFDDACC65}"/>
              </a:ext>
            </a:extLst>
          </p:cNvPr>
          <p:cNvSpPr/>
          <p:nvPr/>
        </p:nvSpPr>
        <p:spPr>
          <a:xfrm rot="7200000">
            <a:off x="5411980" y="-3768302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5564380" y="-3615902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Téglalap 18">
            <a:extLst>
              <a:ext uri="{FF2B5EF4-FFF2-40B4-BE49-F238E27FC236}">
                <a16:creationId xmlns:a16="http://schemas.microsoft.com/office/drawing/2014/main" id="{E149E488-5A43-4C4E-95E8-236462321347}"/>
              </a:ext>
            </a:extLst>
          </p:cNvPr>
          <p:cNvSpPr/>
          <p:nvPr/>
        </p:nvSpPr>
        <p:spPr>
          <a:xfrm>
            <a:off x="5359400" y="-3571300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70B7373-4CE5-4F89-8950-FE0630879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030" y="584048"/>
            <a:ext cx="5295900" cy="5295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235624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7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450" y="-200594"/>
            <a:ext cx="3721100" cy="3721100"/>
          </a:xfrm>
          <a:prstGeom prst="rect">
            <a:avLst/>
          </a:prstGeom>
        </p:spPr>
      </p:pic>
      <p:sp>
        <p:nvSpPr>
          <p:cNvPr id="38" name="Ív 37">
            <a:extLst>
              <a:ext uri="{FF2B5EF4-FFF2-40B4-BE49-F238E27FC236}">
                <a16:creationId xmlns:a16="http://schemas.microsoft.com/office/drawing/2014/main" id="{6CA85521-4083-490D-B175-D53C3D422AB6}"/>
              </a:ext>
            </a:extLst>
          </p:cNvPr>
          <p:cNvSpPr/>
          <p:nvPr/>
        </p:nvSpPr>
        <p:spPr>
          <a:xfrm rot="10800000">
            <a:off x="800102" y="3429000"/>
            <a:ext cx="5295898" cy="4975058"/>
          </a:xfrm>
          <a:prstGeom prst="arc">
            <a:avLst/>
          </a:prstGeom>
          <a:solidFill>
            <a:srgbClr val="FF81A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9" name="Ív 38">
            <a:extLst>
              <a:ext uri="{FF2B5EF4-FFF2-40B4-BE49-F238E27FC236}">
                <a16:creationId xmlns:a16="http://schemas.microsoft.com/office/drawing/2014/main" id="{2C422E8B-3C1C-42ED-ADD8-C53DF49C306D}"/>
              </a:ext>
            </a:extLst>
          </p:cNvPr>
          <p:cNvSpPr/>
          <p:nvPr/>
        </p:nvSpPr>
        <p:spPr>
          <a:xfrm rot="16200000">
            <a:off x="3448051" y="781051"/>
            <a:ext cx="5295898" cy="4975058"/>
          </a:xfrm>
          <a:prstGeom prst="arc">
            <a:avLst/>
          </a:prstGeom>
          <a:solidFill>
            <a:srgbClr val="FF81A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0" name="Ív 39">
            <a:extLst>
              <a:ext uri="{FF2B5EF4-FFF2-40B4-BE49-F238E27FC236}">
                <a16:creationId xmlns:a16="http://schemas.microsoft.com/office/drawing/2014/main" id="{F0F400E0-2617-4035-9C92-4EEC37056BE9}"/>
              </a:ext>
            </a:extLst>
          </p:cNvPr>
          <p:cNvSpPr/>
          <p:nvPr/>
        </p:nvSpPr>
        <p:spPr>
          <a:xfrm>
            <a:off x="5935580" y="-1706478"/>
            <a:ext cx="5295898" cy="4975058"/>
          </a:xfrm>
          <a:prstGeom prst="arc">
            <a:avLst/>
          </a:prstGeom>
          <a:solidFill>
            <a:srgbClr val="FF81A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1" name="Ív 40">
            <a:extLst>
              <a:ext uri="{FF2B5EF4-FFF2-40B4-BE49-F238E27FC236}">
                <a16:creationId xmlns:a16="http://schemas.microsoft.com/office/drawing/2014/main" id="{CA176583-F32B-472D-B9F9-2C34BFF3F444}"/>
              </a:ext>
            </a:extLst>
          </p:cNvPr>
          <p:cNvSpPr/>
          <p:nvPr/>
        </p:nvSpPr>
        <p:spPr>
          <a:xfrm rot="5400000">
            <a:off x="3287631" y="941470"/>
            <a:ext cx="5295898" cy="4975058"/>
          </a:xfrm>
          <a:prstGeom prst="arc">
            <a:avLst/>
          </a:prstGeom>
          <a:solidFill>
            <a:srgbClr val="FF81A5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12180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A7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58ABD1D0-F413-4653-B4B6-3572A5D29488}"/>
              </a:ext>
            </a:extLst>
          </p:cNvPr>
          <p:cNvSpPr/>
          <p:nvPr/>
        </p:nvSpPr>
        <p:spPr>
          <a:xfrm rot="5400000">
            <a:off x="-10950000" y="-4092000"/>
            <a:ext cx="6858000" cy="15042000"/>
          </a:xfrm>
          <a:prstGeom prst="rect">
            <a:avLst/>
          </a:prstGeom>
          <a:solidFill>
            <a:srgbClr val="FFB7CC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Téglalap 17">
            <a:extLst>
              <a:ext uri="{FF2B5EF4-FFF2-40B4-BE49-F238E27FC236}">
                <a16:creationId xmlns:a16="http://schemas.microsoft.com/office/drawing/2014/main" id="{88244300-30FC-40B8-B0BF-CE6CF7153A79}"/>
              </a:ext>
            </a:extLst>
          </p:cNvPr>
          <p:cNvSpPr/>
          <p:nvPr/>
        </p:nvSpPr>
        <p:spPr>
          <a:xfrm rot="5400000">
            <a:off x="-7889300" y="-5492744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5D92003D-535B-4668-9CCA-77F9A57263C5}"/>
              </a:ext>
            </a:extLst>
          </p:cNvPr>
          <p:cNvSpPr/>
          <p:nvPr/>
        </p:nvSpPr>
        <p:spPr>
          <a:xfrm rot="5400000">
            <a:off x="-7889300" y="-3068181"/>
            <a:ext cx="736600" cy="15042000"/>
          </a:xfrm>
          <a:prstGeom prst="rect">
            <a:avLst/>
          </a:prstGeom>
          <a:solidFill>
            <a:srgbClr val="FF81A5"/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CC15B750-427B-4797-B714-9669273F4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colorTemperature colorTemp="7000"/>
                    </a14:imgEffect>
                    <a14:imgEffect>
                      <a14:saturation sat="400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450" y="-200594"/>
            <a:ext cx="3721100" cy="3721100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4707BE0-7076-48E9-BCBA-0D24EC5D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776" y="4667483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2006D1B-CD96-46CE-B33A-5B096E7DF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776" y="3378199"/>
            <a:ext cx="2082990" cy="11522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67785DB-C44B-4B20-84A1-B34E54ECD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776" y="2084271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A1F7AC29-F607-4487-8459-3911997731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776" y="742249"/>
            <a:ext cx="2082990" cy="1156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A3F73592-3BDD-4BCE-BA89-1F3D33D5F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4613" y="742249"/>
            <a:ext cx="2082990" cy="1156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489941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Barath Zoltan</dc:creator>
  <cp:lastModifiedBy>Barath Zoltan</cp:lastModifiedBy>
  <cp:revision>7</cp:revision>
  <dcterms:created xsi:type="dcterms:W3CDTF">2025-10-22T10:29:42Z</dcterms:created>
  <dcterms:modified xsi:type="dcterms:W3CDTF">2025-10-22T11:38:46Z</dcterms:modified>
</cp:coreProperties>
</file>