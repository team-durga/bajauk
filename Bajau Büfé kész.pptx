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7" r:id="rId10"/>
    <p:sldId id="266" r:id="rId11"/>
    <p:sldId id="268" r:id="rId12"/>
    <p:sldId id="269" r:id="rId13"/>
    <p:sldId id="270" r:id="rId14"/>
    <p:sldId id="273" r:id="rId15"/>
    <p:sldId id="272" r:id="rId16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rath Zoltan" initials="BZ" lastIdx="1" clrIdx="0">
    <p:extLst>
      <p:ext uri="{19B8F6BF-5375-455C-9EA6-DF929625EA0E}">
        <p15:presenceInfo xmlns:p15="http://schemas.microsoft.com/office/powerpoint/2012/main" userId="S-1-5-21-3144643186-2900958290-3357042225-16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2B2"/>
    <a:srgbClr val="FF81A5"/>
    <a:srgbClr val="FFA7C0"/>
    <a:srgbClr val="FFB7CC"/>
    <a:srgbClr val="FF2D69"/>
    <a:srgbClr val="FC92DE"/>
    <a:srgbClr val="FCD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892" autoAdjust="0"/>
    <p:restoredTop sz="94660"/>
  </p:normalViewPr>
  <p:slideViewPr>
    <p:cSldViewPr snapToGrid="0">
      <p:cViewPr>
        <p:scale>
          <a:sx n="33" d="100"/>
          <a:sy n="33" d="100"/>
        </p:scale>
        <p:origin x="3084" y="18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9566BD8-CBD9-44FF-8F0C-CAD6CAD05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6C7556F5-7DD0-47AB-B507-947506C9BB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E812D9F-6A59-4317-9026-BD675C121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D3975-4750-4293-AF3D-1F884EE7C1CF}" type="datetimeFigureOut">
              <a:rPr lang="hu-HU" smtClean="0"/>
              <a:t>2025. 11. 05.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AE34A72-B8ED-4AD1-B35C-FB7D3C852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FEBA707-1D11-47FA-96E8-062439334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21628-96CD-49CA-965F-F753931A6DD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17934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991915B-5C68-43B7-8F3A-7533DCCEA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20258D8-B2EA-4F9C-BCAC-EDF633DB2A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276A1AB-B55F-4735-B503-CDDF0A468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D3975-4750-4293-AF3D-1F884EE7C1CF}" type="datetimeFigureOut">
              <a:rPr lang="hu-HU" smtClean="0"/>
              <a:t>2025. 11. 05.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447BAE7-EE9A-4F78-9A70-A5B46A950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E64299C-FA87-4FCE-A7E6-C6C0DCB06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21628-96CD-49CA-965F-F753931A6DD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76634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A0FA53A-6339-4B83-AC95-32E5F3089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F1B4ABD0-0A0C-40F7-A324-C8655CF2A5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BA95782-0D46-4135-B667-9163F9C8A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D3975-4750-4293-AF3D-1F884EE7C1CF}" type="datetimeFigureOut">
              <a:rPr lang="hu-HU" smtClean="0"/>
              <a:t>2025. 11. 05.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AA89791-28FB-4D2F-B2AE-EB4FBBFB7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2345EF2-96F0-4B4F-BBE6-48639F5AD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21628-96CD-49CA-965F-F753931A6DD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02427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3C3DBF9-8B21-4BE1-8E43-6E41C57EE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0D5FF0B-81D3-4B97-B2E7-0A7BAA96D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12A6569A-2A82-4791-912C-5587918182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64B3C9CF-EF63-4FEC-9B13-37E19E567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D3975-4750-4293-AF3D-1F884EE7C1CF}" type="datetimeFigureOut">
              <a:rPr lang="hu-HU" smtClean="0"/>
              <a:t>2025. 11. 05.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62B48B5D-C2E4-45CD-9762-9B9C9999C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80EA2A92-9B2C-498D-9E07-065E97E9C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21628-96CD-49CA-965F-F753931A6DD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91991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EEAE9A9-6D75-4991-9A00-F7AFC75BB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3ED9CA97-4D7F-42DD-9536-09BD5CAD06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9AE68C36-57BD-41DE-BC42-1CDBC692C4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C9BA26A-7C3F-465A-B688-F62EF24A86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D8CC9503-3788-4A36-9A59-1725F4FB2A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EEE7AC2D-1C5B-499D-8A2E-DC0E1C535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D3975-4750-4293-AF3D-1F884EE7C1CF}" type="datetimeFigureOut">
              <a:rPr lang="hu-HU" smtClean="0"/>
              <a:t>2025. 11. 05.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60008986-1A77-4F2B-BFB8-72F3A2C37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4D4D6731-6B97-4568-8DEB-90BDC0894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21628-96CD-49CA-965F-F753931A6DD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15581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3DC280E-90E8-4773-9845-F2D20CC0A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5528756C-0DF0-4AF8-A0A0-7A68F3679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D3975-4750-4293-AF3D-1F884EE7C1CF}" type="datetimeFigureOut">
              <a:rPr lang="hu-HU" smtClean="0"/>
              <a:t>2025. 11. 05.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12A0BFD8-4DC2-4B4D-BB14-F4B7D30A9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A18C518C-182C-481D-9F33-122E43AAA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21628-96CD-49CA-965F-F753931A6DD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42805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3D54C54B-A267-47F8-B88C-3C2065401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D3975-4750-4293-AF3D-1F884EE7C1CF}" type="datetimeFigureOut">
              <a:rPr lang="hu-HU" smtClean="0"/>
              <a:t>2025. 11. 05.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B595EF4F-3B2C-4A90-BB4D-B17480448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71486F2F-60E2-42FE-8CD3-58AD8A640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21628-96CD-49CA-965F-F753931A6DD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56941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2A263B2-0A12-4B65-A1EF-CB3FF61A0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6AC40F0-2E2D-401A-B380-4309ED3AC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F88D2327-4EC6-482B-9F10-E4F07E56EF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D65AA5D-A6C6-4216-BA4F-43C7A733E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D3975-4750-4293-AF3D-1F884EE7C1CF}" type="datetimeFigureOut">
              <a:rPr lang="hu-HU" smtClean="0"/>
              <a:t>2025. 11. 05.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7AA99FC0-A016-4E7D-BF16-C49E581CC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3FA5F5FD-0982-4AD7-880F-F182355FE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21628-96CD-49CA-965F-F753931A6DD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7160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B9A9557-7A40-40C9-9E22-7D4DB9F05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DA3CC06F-C998-4E45-A8B4-533D899C83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346AB358-9363-40F9-BB62-6D79A7A54F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8B3328FD-8399-4E7C-B4BD-4DB57FA23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D3975-4750-4293-AF3D-1F884EE7C1CF}" type="datetimeFigureOut">
              <a:rPr lang="hu-HU" smtClean="0"/>
              <a:t>2025. 11. 05.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7AF6C2B7-E2F4-4882-8E2C-2D6A5476E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6E9260D2-59AB-46D1-A89E-594526F8A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21628-96CD-49CA-965F-F753931A6DD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54950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7ED5644-EFE6-4048-8E65-B95778387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FD7DDB91-E7AE-45F5-8BAB-4864DC00B2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223ADA8-FA38-4736-8D9B-A170242AF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D3975-4750-4293-AF3D-1F884EE7C1CF}" type="datetimeFigureOut">
              <a:rPr lang="hu-HU" smtClean="0"/>
              <a:t>2025. 11. 05.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297FBA0-DFD0-4680-9D9E-310286261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95580AC-FAF7-477C-9069-DA58855DF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21628-96CD-49CA-965F-F753931A6DD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16966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919CDF98-FDFC-405A-A9A3-BD8DC72B0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4DCE52D8-79A5-4ADC-A530-E0DF756CB0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7AD69CD-82B8-4A95-8788-D607854DA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D3975-4750-4293-AF3D-1F884EE7C1CF}" type="datetimeFigureOut">
              <a:rPr lang="hu-HU" smtClean="0"/>
              <a:t>2025. 11. 05.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50CE32B-B33A-460E-A063-8C8E5CE81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C3DF265-C764-47E3-8B49-EC81C9DB2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21628-96CD-49CA-965F-F753931A6DD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893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3514AE36-9555-4734-B7D3-510A7831F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52A00E8-E308-4A82-9E75-6E29B7BD01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C57CEC8-77AF-4DB2-9B4E-EE5B03199B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0D3975-4750-4293-AF3D-1F884EE7C1CF}" type="datetimeFigureOut">
              <a:rPr lang="hu-HU" smtClean="0"/>
              <a:t>2025. 11. 05.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C6A643C-57AA-4FAE-A473-9A77E708C2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594632D-97D1-4300-9376-7D4BEA1B77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221628-96CD-49CA-965F-F753931A6DD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89180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A7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églalap 11">
            <a:extLst>
              <a:ext uri="{FF2B5EF4-FFF2-40B4-BE49-F238E27FC236}">
                <a16:creationId xmlns:a16="http://schemas.microsoft.com/office/drawing/2014/main" id="{328374C0-4AFD-45D6-8253-0E256E207D3A}"/>
              </a:ext>
            </a:extLst>
          </p:cNvPr>
          <p:cNvSpPr/>
          <p:nvPr/>
        </p:nvSpPr>
        <p:spPr>
          <a:xfrm rot="3600000">
            <a:off x="5780278" y="-4289000"/>
            <a:ext cx="736600" cy="15042000"/>
          </a:xfrm>
          <a:prstGeom prst="rect">
            <a:avLst/>
          </a:prstGeom>
          <a:solidFill>
            <a:srgbClr val="FFB7CC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E4515443-5922-4E28-A53A-A3FD044187B2}"/>
              </a:ext>
            </a:extLst>
          </p:cNvPr>
          <p:cNvSpPr/>
          <p:nvPr/>
        </p:nvSpPr>
        <p:spPr>
          <a:xfrm rot="7200000">
            <a:off x="5780280" y="-4289002"/>
            <a:ext cx="736600" cy="15042000"/>
          </a:xfrm>
          <a:prstGeom prst="rect">
            <a:avLst/>
          </a:prstGeom>
          <a:solidFill>
            <a:srgbClr val="FFB7CC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Téglalap 13">
            <a:extLst>
              <a:ext uri="{FF2B5EF4-FFF2-40B4-BE49-F238E27FC236}">
                <a16:creationId xmlns:a16="http://schemas.microsoft.com/office/drawing/2014/main" id="{02D202DE-E9A3-4378-8402-773B939D2444}"/>
              </a:ext>
            </a:extLst>
          </p:cNvPr>
          <p:cNvSpPr/>
          <p:nvPr/>
        </p:nvSpPr>
        <p:spPr>
          <a:xfrm rot="5400000">
            <a:off x="5932680" y="-4136602"/>
            <a:ext cx="736600" cy="15042000"/>
          </a:xfrm>
          <a:prstGeom prst="rect">
            <a:avLst/>
          </a:prstGeom>
          <a:solidFill>
            <a:srgbClr val="FFB7CC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Téglalap 14">
            <a:extLst>
              <a:ext uri="{FF2B5EF4-FFF2-40B4-BE49-F238E27FC236}">
                <a16:creationId xmlns:a16="http://schemas.microsoft.com/office/drawing/2014/main" id="{4C683A00-1639-4973-9735-24B20F759175}"/>
              </a:ext>
            </a:extLst>
          </p:cNvPr>
          <p:cNvSpPr/>
          <p:nvPr/>
        </p:nvSpPr>
        <p:spPr>
          <a:xfrm>
            <a:off x="5727700" y="-4092000"/>
            <a:ext cx="736600" cy="15042000"/>
          </a:xfrm>
          <a:prstGeom prst="rect">
            <a:avLst/>
          </a:prstGeom>
          <a:solidFill>
            <a:srgbClr val="FFB7CC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Téglalap 15">
            <a:extLst>
              <a:ext uri="{FF2B5EF4-FFF2-40B4-BE49-F238E27FC236}">
                <a16:creationId xmlns:a16="http://schemas.microsoft.com/office/drawing/2014/main" id="{85FE3F2F-6EAE-4A21-A1EA-05CD6FDD842D}"/>
              </a:ext>
            </a:extLst>
          </p:cNvPr>
          <p:cNvSpPr/>
          <p:nvPr/>
        </p:nvSpPr>
        <p:spPr>
          <a:xfrm rot="3600000">
            <a:off x="5411978" y="-3768300"/>
            <a:ext cx="736600" cy="15042000"/>
          </a:xfrm>
          <a:prstGeom prst="rect">
            <a:avLst/>
          </a:prstGeom>
          <a:solidFill>
            <a:srgbClr val="FF81A5"/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Téglalap 16">
            <a:extLst>
              <a:ext uri="{FF2B5EF4-FFF2-40B4-BE49-F238E27FC236}">
                <a16:creationId xmlns:a16="http://schemas.microsoft.com/office/drawing/2014/main" id="{721B893D-42A9-44CA-9A47-A93FFDDACC65}"/>
              </a:ext>
            </a:extLst>
          </p:cNvPr>
          <p:cNvSpPr/>
          <p:nvPr/>
        </p:nvSpPr>
        <p:spPr>
          <a:xfrm rot="7200000">
            <a:off x="5411980" y="-3768302"/>
            <a:ext cx="736600" cy="15042000"/>
          </a:xfrm>
          <a:prstGeom prst="rect">
            <a:avLst/>
          </a:prstGeom>
          <a:solidFill>
            <a:srgbClr val="FF81A5"/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Téglalap 17">
            <a:extLst>
              <a:ext uri="{FF2B5EF4-FFF2-40B4-BE49-F238E27FC236}">
                <a16:creationId xmlns:a16="http://schemas.microsoft.com/office/drawing/2014/main" id="{88244300-30FC-40B8-B0BF-CE6CF7153A79}"/>
              </a:ext>
            </a:extLst>
          </p:cNvPr>
          <p:cNvSpPr/>
          <p:nvPr/>
        </p:nvSpPr>
        <p:spPr>
          <a:xfrm rot="5400000">
            <a:off x="5564380" y="-3615902"/>
            <a:ext cx="736600" cy="15042000"/>
          </a:xfrm>
          <a:prstGeom prst="rect">
            <a:avLst/>
          </a:prstGeom>
          <a:solidFill>
            <a:srgbClr val="FF81A5"/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Téglalap 18">
            <a:extLst>
              <a:ext uri="{FF2B5EF4-FFF2-40B4-BE49-F238E27FC236}">
                <a16:creationId xmlns:a16="http://schemas.microsoft.com/office/drawing/2014/main" id="{E149E488-5A43-4C4E-95E8-236462321347}"/>
              </a:ext>
            </a:extLst>
          </p:cNvPr>
          <p:cNvSpPr/>
          <p:nvPr/>
        </p:nvSpPr>
        <p:spPr>
          <a:xfrm>
            <a:off x="5359400" y="-3571300"/>
            <a:ext cx="736600" cy="15042000"/>
          </a:xfrm>
          <a:prstGeom prst="rect">
            <a:avLst/>
          </a:prstGeom>
          <a:solidFill>
            <a:srgbClr val="FF81A5"/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F70B7373-4CE5-4F89-8950-FE0630879E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3030" y="584048"/>
            <a:ext cx="5295900" cy="52959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  <a:softEdge rad="12700"/>
          </a:effectLst>
        </p:spPr>
      </p:pic>
    </p:spTree>
    <p:extLst>
      <p:ext uri="{BB962C8B-B14F-4D97-AF65-F5344CB8AC3E}">
        <p14:creationId xmlns:p14="http://schemas.microsoft.com/office/powerpoint/2010/main" val="2356245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A7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églalap 10">
            <a:extLst>
              <a:ext uri="{FF2B5EF4-FFF2-40B4-BE49-F238E27FC236}">
                <a16:creationId xmlns:a16="http://schemas.microsoft.com/office/drawing/2014/main" id="{58ABD1D0-F413-4653-B4B6-3572A5D29488}"/>
              </a:ext>
            </a:extLst>
          </p:cNvPr>
          <p:cNvSpPr/>
          <p:nvPr/>
        </p:nvSpPr>
        <p:spPr>
          <a:xfrm rot="5400000">
            <a:off x="-10950000" y="-4092000"/>
            <a:ext cx="6858000" cy="15042000"/>
          </a:xfrm>
          <a:prstGeom prst="rect">
            <a:avLst/>
          </a:prstGeom>
          <a:solidFill>
            <a:srgbClr val="FFB7CC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Téglalap 17">
            <a:extLst>
              <a:ext uri="{FF2B5EF4-FFF2-40B4-BE49-F238E27FC236}">
                <a16:creationId xmlns:a16="http://schemas.microsoft.com/office/drawing/2014/main" id="{88244300-30FC-40B8-B0BF-CE6CF7153A79}"/>
              </a:ext>
            </a:extLst>
          </p:cNvPr>
          <p:cNvSpPr/>
          <p:nvPr/>
        </p:nvSpPr>
        <p:spPr>
          <a:xfrm rot="5400000">
            <a:off x="-7889300" y="-5492744"/>
            <a:ext cx="736600" cy="15042000"/>
          </a:xfrm>
          <a:prstGeom prst="rect">
            <a:avLst/>
          </a:prstGeom>
          <a:solidFill>
            <a:srgbClr val="FF81A5"/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Téglalap 19">
            <a:extLst>
              <a:ext uri="{FF2B5EF4-FFF2-40B4-BE49-F238E27FC236}">
                <a16:creationId xmlns:a16="http://schemas.microsoft.com/office/drawing/2014/main" id="{5D92003D-535B-4668-9CCA-77F9A57263C5}"/>
              </a:ext>
            </a:extLst>
          </p:cNvPr>
          <p:cNvSpPr/>
          <p:nvPr/>
        </p:nvSpPr>
        <p:spPr>
          <a:xfrm rot="5400000">
            <a:off x="-7889300" y="-3068181"/>
            <a:ext cx="736600" cy="15042000"/>
          </a:xfrm>
          <a:prstGeom prst="rect">
            <a:avLst/>
          </a:prstGeom>
          <a:solidFill>
            <a:srgbClr val="FF81A5"/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CC15B750-427B-4797-B714-9669273F43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  <a14:imgEffect>
                      <a14:colorTemperature colorTemp="7000"/>
                    </a14:imgEffect>
                    <a14:imgEffect>
                      <a14:saturation sat="40000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5288" y="0"/>
            <a:ext cx="1948857" cy="1948857"/>
          </a:xfrm>
          <a:prstGeom prst="rect">
            <a:avLst/>
          </a:prstGeom>
        </p:spPr>
      </p:pic>
      <p:sp>
        <p:nvSpPr>
          <p:cNvPr id="2" name="Téglalap 1">
            <a:extLst>
              <a:ext uri="{FF2B5EF4-FFF2-40B4-BE49-F238E27FC236}">
                <a16:creationId xmlns:a16="http://schemas.microsoft.com/office/drawing/2014/main" id="{DD27001A-6518-423D-AFBA-A73FA25AE303}"/>
              </a:ext>
            </a:extLst>
          </p:cNvPr>
          <p:cNvSpPr/>
          <p:nvPr/>
        </p:nvSpPr>
        <p:spPr>
          <a:xfrm>
            <a:off x="4067412" y="1400412"/>
            <a:ext cx="4057176" cy="4057176"/>
          </a:xfrm>
          <a:prstGeom prst="rect">
            <a:avLst/>
          </a:prstGeom>
          <a:solidFill>
            <a:srgbClr val="FF92B2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F9A95CB0-7200-4DB2-B636-20E85FEAE70A}"/>
              </a:ext>
            </a:extLst>
          </p:cNvPr>
          <p:cNvSpPr/>
          <p:nvPr/>
        </p:nvSpPr>
        <p:spPr>
          <a:xfrm>
            <a:off x="4341264" y="1948857"/>
            <a:ext cx="3512321" cy="349962"/>
          </a:xfrm>
          <a:prstGeom prst="roundRect">
            <a:avLst/>
          </a:prstGeom>
          <a:solidFill>
            <a:schemeClr val="bg1">
              <a:alpha val="94000"/>
            </a:schemeClr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Téglalap: lekerekített 13">
            <a:extLst>
              <a:ext uri="{FF2B5EF4-FFF2-40B4-BE49-F238E27FC236}">
                <a16:creationId xmlns:a16="http://schemas.microsoft.com/office/drawing/2014/main" id="{4D8BC4E4-7E62-41E1-A55B-5B0FE1A98923}"/>
              </a:ext>
            </a:extLst>
          </p:cNvPr>
          <p:cNvSpPr/>
          <p:nvPr/>
        </p:nvSpPr>
        <p:spPr>
          <a:xfrm>
            <a:off x="4400372" y="2847264"/>
            <a:ext cx="3391255" cy="349962"/>
          </a:xfrm>
          <a:prstGeom prst="roundRect">
            <a:avLst/>
          </a:prstGeom>
          <a:solidFill>
            <a:schemeClr val="bg1">
              <a:alpha val="94000"/>
            </a:schemeClr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Téglalap: lekerekített 14">
            <a:extLst>
              <a:ext uri="{FF2B5EF4-FFF2-40B4-BE49-F238E27FC236}">
                <a16:creationId xmlns:a16="http://schemas.microsoft.com/office/drawing/2014/main" id="{55702588-1D21-4818-8EB5-254741F5DEDD}"/>
              </a:ext>
            </a:extLst>
          </p:cNvPr>
          <p:cNvSpPr/>
          <p:nvPr/>
        </p:nvSpPr>
        <p:spPr>
          <a:xfrm>
            <a:off x="4587505" y="3703222"/>
            <a:ext cx="3036249" cy="349962"/>
          </a:xfrm>
          <a:prstGeom prst="roundRect">
            <a:avLst/>
          </a:prstGeom>
          <a:solidFill>
            <a:schemeClr val="bg1">
              <a:alpha val="94000"/>
            </a:schemeClr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9" name="Kép 18">
            <a:extLst>
              <a:ext uri="{FF2B5EF4-FFF2-40B4-BE49-F238E27FC236}">
                <a16:creationId xmlns:a16="http://schemas.microsoft.com/office/drawing/2014/main" id="{8701745D-2260-4F57-BF3C-B6D50502E2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294579" y="8260544"/>
            <a:ext cx="2082990" cy="115229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21" name="Kép 20">
            <a:extLst>
              <a:ext uri="{FF2B5EF4-FFF2-40B4-BE49-F238E27FC236}">
                <a16:creationId xmlns:a16="http://schemas.microsoft.com/office/drawing/2014/main" id="{FA97499E-3427-4338-9C3B-E3E94B0B25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701950" y="10490671"/>
            <a:ext cx="2082990" cy="115229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23" name="Kép 22">
            <a:extLst>
              <a:ext uri="{FF2B5EF4-FFF2-40B4-BE49-F238E27FC236}">
                <a16:creationId xmlns:a16="http://schemas.microsoft.com/office/drawing/2014/main" id="{716966EB-05D2-4C29-8CED-412C6F0883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589496" y="13039221"/>
            <a:ext cx="2082990" cy="115693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24" name="Kép 23">
            <a:extLst>
              <a:ext uri="{FF2B5EF4-FFF2-40B4-BE49-F238E27FC236}">
                <a16:creationId xmlns:a16="http://schemas.microsoft.com/office/drawing/2014/main" id="{F39DA941-D8D9-4B00-B481-2EE3BCB67E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1525" y="11882285"/>
            <a:ext cx="2082990" cy="115693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25" name="Kép 24">
            <a:extLst>
              <a:ext uri="{FF2B5EF4-FFF2-40B4-BE49-F238E27FC236}">
                <a16:creationId xmlns:a16="http://schemas.microsoft.com/office/drawing/2014/main" id="{29A07D89-E8A4-44AF-AD7E-2DE1F69245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04515" y="8972261"/>
            <a:ext cx="2082990" cy="115693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cxnSp>
        <p:nvCxnSpPr>
          <p:cNvPr id="26" name="Egyenes összekötő nyíllal 25">
            <a:extLst>
              <a:ext uri="{FF2B5EF4-FFF2-40B4-BE49-F238E27FC236}">
                <a16:creationId xmlns:a16="http://schemas.microsoft.com/office/drawing/2014/main" id="{E1AB6E36-3B58-4711-9BB9-D5951CE68ED0}"/>
              </a:ext>
            </a:extLst>
          </p:cNvPr>
          <p:cNvCxnSpPr>
            <a:cxnSpLocks/>
          </p:cNvCxnSpPr>
          <p:nvPr/>
        </p:nvCxnSpPr>
        <p:spPr>
          <a:xfrm flipH="1">
            <a:off x="-2548001" y="9285913"/>
            <a:ext cx="372425" cy="3997127"/>
          </a:xfrm>
          <a:prstGeom prst="straightConnector1">
            <a:avLst/>
          </a:prstGeom>
          <a:ln w="76200">
            <a:solidFill>
              <a:srgbClr val="FF2D69"/>
            </a:solidFill>
            <a:tailEnd type="triangle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gyenes összekötő nyíllal 26">
            <a:extLst>
              <a:ext uri="{FF2B5EF4-FFF2-40B4-BE49-F238E27FC236}">
                <a16:creationId xmlns:a16="http://schemas.microsoft.com/office/drawing/2014/main" id="{5F68E84B-73DA-4192-B433-4116AF543856}"/>
              </a:ext>
            </a:extLst>
          </p:cNvPr>
          <p:cNvCxnSpPr>
            <a:cxnSpLocks/>
          </p:cNvCxnSpPr>
          <p:nvPr/>
        </p:nvCxnSpPr>
        <p:spPr>
          <a:xfrm flipV="1">
            <a:off x="-2104732" y="11526441"/>
            <a:ext cx="1131022" cy="1740180"/>
          </a:xfrm>
          <a:prstGeom prst="straightConnector1">
            <a:avLst/>
          </a:prstGeom>
          <a:ln w="76200">
            <a:solidFill>
              <a:srgbClr val="FF2D69"/>
            </a:solidFill>
            <a:tailEnd type="triangle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gyenes összekötő nyíllal 27">
            <a:extLst>
              <a:ext uri="{FF2B5EF4-FFF2-40B4-BE49-F238E27FC236}">
                <a16:creationId xmlns:a16="http://schemas.microsoft.com/office/drawing/2014/main" id="{BC68B19D-D1B7-4C0C-8676-1BE8ABF5C3B7}"/>
              </a:ext>
            </a:extLst>
          </p:cNvPr>
          <p:cNvCxnSpPr>
            <a:cxnSpLocks/>
          </p:cNvCxnSpPr>
          <p:nvPr/>
        </p:nvCxnSpPr>
        <p:spPr>
          <a:xfrm flipV="1">
            <a:off x="381040" y="9828219"/>
            <a:ext cx="2123475" cy="963284"/>
          </a:xfrm>
          <a:prstGeom prst="straightConnector1">
            <a:avLst/>
          </a:prstGeom>
          <a:ln w="76200">
            <a:solidFill>
              <a:srgbClr val="FF2D69"/>
            </a:solidFill>
            <a:tailEnd type="triangle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gyenes összekötő nyíllal 28">
            <a:extLst>
              <a:ext uri="{FF2B5EF4-FFF2-40B4-BE49-F238E27FC236}">
                <a16:creationId xmlns:a16="http://schemas.microsoft.com/office/drawing/2014/main" id="{281D3802-BEE9-404D-A16A-14176703E9DF}"/>
              </a:ext>
            </a:extLst>
          </p:cNvPr>
          <p:cNvCxnSpPr>
            <a:cxnSpLocks/>
          </p:cNvCxnSpPr>
          <p:nvPr/>
        </p:nvCxnSpPr>
        <p:spPr>
          <a:xfrm flipH="1">
            <a:off x="1738200" y="9978709"/>
            <a:ext cx="1108281" cy="2060109"/>
          </a:xfrm>
          <a:prstGeom prst="straightConnector1">
            <a:avLst/>
          </a:prstGeom>
          <a:ln w="76200">
            <a:solidFill>
              <a:srgbClr val="FF2D69"/>
            </a:solidFill>
            <a:tailEnd type="triangle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zövegdoboz 4">
            <a:extLst>
              <a:ext uri="{FF2B5EF4-FFF2-40B4-BE49-F238E27FC236}">
                <a16:creationId xmlns:a16="http://schemas.microsoft.com/office/drawing/2014/main" id="{9D6C5B81-025E-48A8-A982-FF3ADE091BC9}"/>
              </a:ext>
            </a:extLst>
          </p:cNvPr>
          <p:cNvSpPr txBox="1"/>
          <p:nvPr/>
        </p:nvSpPr>
        <p:spPr>
          <a:xfrm>
            <a:off x="193173" y="5225286"/>
            <a:ext cx="419833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Készítette: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Kaptás Márk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Tóth Deján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Baráth Zoltán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Zana Attila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Szabó Ádám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030F0ED1-EDD9-4EDD-B055-665E72C9712A}"/>
              </a:ext>
            </a:extLst>
          </p:cNvPr>
          <p:cNvSpPr txBox="1"/>
          <p:nvPr/>
        </p:nvSpPr>
        <p:spPr>
          <a:xfrm>
            <a:off x="5417820" y="4610180"/>
            <a:ext cx="23088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Menü</a:t>
            </a:r>
          </a:p>
        </p:txBody>
      </p:sp>
    </p:spTree>
    <p:extLst>
      <p:ext uri="{BB962C8B-B14F-4D97-AF65-F5344CB8AC3E}">
        <p14:creationId xmlns:p14="http://schemas.microsoft.com/office/powerpoint/2010/main" val="17489941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A7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églalap 10">
            <a:extLst>
              <a:ext uri="{FF2B5EF4-FFF2-40B4-BE49-F238E27FC236}">
                <a16:creationId xmlns:a16="http://schemas.microsoft.com/office/drawing/2014/main" id="{58ABD1D0-F413-4653-B4B6-3572A5D29488}"/>
              </a:ext>
            </a:extLst>
          </p:cNvPr>
          <p:cNvSpPr/>
          <p:nvPr/>
        </p:nvSpPr>
        <p:spPr>
          <a:xfrm rot="5400000">
            <a:off x="-10950000" y="-4092000"/>
            <a:ext cx="6858000" cy="15042000"/>
          </a:xfrm>
          <a:prstGeom prst="rect">
            <a:avLst/>
          </a:prstGeom>
          <a:solidFill>
            <a:srgbClr val="FFB7CC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Téglalap 17">
            <a:extLst>
              <a:ext uri="{FF2B5EF4-FFF2-40B4-BE49-F238E27FC236}">
                <a16:creationId xmlns:a16="http://schemas.microsoft.com/office/drawing/2014/main" id="{88244300-30FC-40B8-B0BF-CE6CF7153A79}"/>
              </a:ext>
            </a:extLst>
          </p:cNvPr>
          <p:cNvSpPr/>
          <p:nvPr/>
        </p:nvSpPr>
        <p:spPr>
          <a:xfrm rot="5400000">
            <a:off x="-7889300" y="-5492744"/>
            <a:ext cx="736600" cy="15042000"/>
          </a:xfrm>
          <a:prstGeom prst="rect">
            <a:avLst/>
          </a:prstGeom>
          <a:solidFill>
            <a:srgbClr val="FF81A5"/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Téglalap 19">
            <a:extLst>
              <a:ext uri="{FF2B5EF4-FFF2-40B4-BE49-F238E27FC236}">
                <a16:creationId xmlns:a16="http://schemas.microsoft.com/office/drawing/2014/main" id="{5D92003D-535B-4668-9CCA-77F9A57263C5}"/>
              </a:ext>
            </a:extLst>
          </p:cNvPr>
          <p:cNvSpPr/>
          <p:nvPr/>
        </p:nvSpPr>
        <p:spPr>
          <a:xfrm rot="5400000">
            <a:off x="-7889300" y="-3068181"/>
            <a:ext cx="736600" cy="15042000"/>
          </a:xfrm>
          <a:prstGeom prst="rect">
            <a:avLst/>
          </a:prstGeom>
          <a:solidFill>
            <a:srgbClr val="FF81A5"/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DD27001A-6518-423D-AFBA-A73FA25AE303}"/>
              </a:ext>
            </a:extLst>
          </p:cNvPr>
          <p:cNvSpPr/>
          <p:nvPr/>
        </p:nvSpPr>
        <p:spPr>
          <a:xfrm>
            <a:off x="-239100" y="-3961075"/>
            <a:ext cx="12431100" cy="10753488"/>
          </a:xfrm>
          <a:prstGeom prst="rect">
            <a:avLst/>
          </a:prstGeom>
          <a:solidFill>
            <a:srgbClr val="FF92B2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F9A95CB0-7200-4DB2-B636-20E85FEAE70A}"/>
              </a:ext>
            </a:extLst>
          </p:cNvPr>
          <p:cNvSpPr/>
          <p:nvPr/>
        </p:nvSpPr>
        <p:spPr>
          <a:xfrm>
            <a:off x="34752" y="-3412631"/>
            <a:ext cx="9309357" cy="927569"/>
          </a:xfrm>
          <a:prstGeom prst="roundRect">
            <a:avLst/>
          </a:prstGeom>
          <a:solidFill>
            <a:schemeClr val="bg1">
              <a:alpha val="94000"/>
            </a:schemeClr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Téglalap: lekerekített 13">
            <a:extLst>
              <a:ext uri="{FF2B5EF4-FFF2-40B4-BE49-F238E27FC236}">
                <a16:creationId xmlns:a16="http://schemas.microsoft.com/office/drawing/2014/main" id="{4D8BC4E4-7E62-41E1-A55B-5B0FE1A98923}"/>
              </a:ext>
            </a:extLst>
          </p:cNvPr>
          <p:cNvSpPr/>
          <p:nvPr/>
        </p:nvSpPr>
        <p:spPr>
          <a:xfrm>
            <a:off x="93860" y="-2514224"/>
            <a:ext cx="8988474" cy="927569"/>
          </a:xfrm>
          <a:prstGeom prst="roundRect">
            <a:avLst/>
          </a:prstGeom>
          <a:solidFill>
            <a:schemeClr val="bg1">
              <a:alpha val="94000"/>
            </a:schemeClr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Téglalap: lekerekített 14">
            <a:extLst>
              <a:ext uri="{FF2B5EF4-FFF2-40B4-BE49-F238E27FC236}">
                <a16:creationId xmlns:a16="http://schemas.microsoft.com/office/drawing/2014/main" id="{55702588-1D21-4818-8EB5-254741F5DEDD}"/>
              </a:ext>
            </a:extLst>
          </p:cNvPr>
          <p:cNvSpPr/>
          <p:nvPr/>
        </p:nvSpPr>
        <p:spPr>
          <a:xfrm>
            <a:off x="280993" y="-1658266"/>
            <a:ext cx="8047535" cy="927569"/>
          </a:xfrm>
          <a:prstGeom prst="roundRect">
            <a:avLst/>
          </a:prstGeom>
          <a:solidFill>
            <a:schemeClr val="bg1">
              <a:alpha val="94000"/>
            </a:schemeClr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CC15B750-427B-4797-B714-9669273F43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  <a14:imgEffect>
                      <a14:colorTemperature colorTemp="7000"/>
                    </a14:imgEffect>
                    <a14:imgEffect>
                      <a14:saturation sat="40000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5288" y="0"/>
            <a:ext cx="1948857" cy="1948857"/>
          </a:xfrm>
          <a:prstGeom prst="rect">
            <a:avLst/>
          </a:prstGeom>
        </p:spPr>
      </p:pic>
      <p:pic>
        <p:nvPicPr>
          <p:cNvPr id="13" name="Kép 12">
            <a:extLst>
              <a:ext uri="{FF2B5EF4-FFF2-40B4-BE49-F238E27FC236}">
                <a16:creationId xmlns:a16="http://schemas.microsoft.com/office/drawing/2014/main" id="{74707BE0-7076-48E9-BCBA-0D24EC5D12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2025" y="306245"/>
            <a:ext cx="2082990" cy="115229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52006D1B-CD96-46CE-B33A-5B096E7DF5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4654" y="2536372"/>
            <a:ext cx="2082990" cy="115229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467785DB-C44B-4B20-84A1-B34E54ECDE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7108" y="5084922"/>
            <a:ext cx="2082990" cy="115693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7" name="Kép 16">
            <a:extLst>
              <a:ext uri="{FF2B5EF4-FFF2-40B4-BE49-F238E27FC236}">
                <a16:creationId xmlns:a16="http://schemas.microsoft.com/office/drawing/2014/main" id="{A1F7AC29-F607-4487-8459-3911997731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8129" y="3927986"/>
            <a:ext cx="2082990" cy="115693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22" name="Kép 21">
            <a:extLst>
              <a:ext uri="{FF2B5EF4-FFF2-40B4-BE49-F238E27FC236}">
                <a16:creationId xmlns:a16="http://schemas.microsoft.com/office/drawing/2014/main" id="{A3F73592-3BDD-4BCE-BA89-1F3D33D5FE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61119" y="1017962"/>
            <a:ext cx="2082990" cy="115693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cxnSp>
        <p:nvCxnSpPr>
          <p:cNvPr id="6" name="Egyenes összekötő nyíllal 5">
            <a:extLst>
              <a:ext uri="{FF2B5EF4-FFF2-40B4-BE49-F238E27FC236}">
                <a16:creationId xmlns:a16="http://schemas.microsoft.com/office/drawing/2014/main" id="{BBB7127C-A010-4D19-B42E-A203E166618C}"/>
              </a:ext>
            </a:extLst>
          </p:cNvPr>
          <p:cNvCxnSpPr>
            <a:cxnSpLocks/>
          </p:cNvCxnSpPr>
          <p:nvPr/>
        </p:nvCxnSpPr>
        <p:spPr>
          <a:xfrm flipH="1">
            <a:off x="2208603" y="1331614"/>
            <a:ext cx="372425" cy="3997127"/>
          </a:xfrm>
          <a:prstGeom prst="straightConnector1">
            <a:avLst/>
          </a:prstGeom>
          <a:ln w="76200">
            <a:solidFill>
              <a:srgbClr val="FF2D69"/>
            </a:solidFill>
            <a:tailEnd type="triangle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gyenes összekötő nyíllal 18">
            <a:extLst>
              <a:ext uri="{FF2B5EF4-FFF2-40B4-BE49-F238E27FC236}">
                <a16:creationId xmlns:a16="http://schemas.microsoft.com/office/drawing/2014/main" id="{92E5C555-DD80-4A46-81AD-6D11C0DFBB69}"/>
              </a:ext>
            </a:extLst>
          </p:cNvPr>
          <p:cNvCxnSpPr>
            <a:cxnSpLocks/>
          </p:cNvCxnSpPr>
          <p:nvPr/>
        </p:nvCxnSpPr>
        <p:spPr>
          <a:xfrm flipV="1">
            <a:off x="2651872" y="3572142"/>
            <a:ext cx="1131022" cy="1740180"/>
          </a:xfrm>
          <a:prstGeom prst="straightConnector1">
            <a:avLst/>
          </a:prstGeom>
          <a:ln w="76200">
            <a:solidFill>
              <a:srgbClr val="FF2D69"/>
            </a:solidFill>
            <a:tailEnd type="triangle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gyenes összekötő nyíllal 22">
            <a:extLst>
              <a:ext uri="{FF2B5EF4-FFF2-40B4-BE49-F238E27FC236}">
                <a16:creationId xmlns:a16="http://schemas.microsoft.com/office/drawing/2014/main" id="{EA58D040-9CA0-484F-8A0B-8CD371AFF2BB}"/>
              </a:ext>
            </a:extLst>
          </p:cNvPr>
          <p:cNvCxnSpPr>
            <a:cxnSpLocks/>
          </p:cNvCxnSpPr>
          <p:nvPr/>
        </p:nvCxnSpPr>
        <p:spPr>
          <a:xfrm flipV="1">
            <a:off x="5137644" y="1873920"/>
            <a:ext cx="2123475" cy="963284"/>
          </a:xfrm>
          <a:prstGeom prst="straightConnector1">
            <a:avLst/>
          </a:prstGeom>
          <a:ln w="76200">
            <a:solidFill>
              <a:srgbClr val="FF2D69"/>
            </a:solidFill>
            <a:tailEnd type="triangle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gyenes összekötő nyíllal 26">
            <a:extLst>
              <a:ext uri="{FF2B5EF4-FFF2-40B4-BE49-F238E27FC236}">
                <a16:creationId xmlns:a16="http://schemas.microsoft.com/office/drawing/2014/main" id="{939E9FB0-B0EC-4747-B322-BE0458B0E61C}"/>
              </a:ext>
            </a:extLst>
          </p:cNvPr>
          <p:cNvCxnSpPr>
            <a:cxnSpLocks/>
          </p:cNvCxnSpPr>
          <p:nvPr/>
        </p:nvCxnSpPr>
        <p:spPr>
          <a:xfrm flipH="1">
            <a:off x="6494804" y="2024410"/>
            <a:ext cx="1108281" cy="2060109"/>
          </a:xfrm>
          <a:prstGeom prst="straightConnector1">
            <a:avLst/>
          </a:prstGeom>
          <a:ln w="76200">
            <a:solidFill>
              <a:srgbClr val="FF2D69"/>
            </a:solidFill>
            <a:tailEnd type="triangle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Kép 38">
            <a:extLst>
              <a:ext uri="{FF2B5EF4-FFF2-40B4-BE49-F238E27FC236}">
                <a16:creationId xmlns:a16="http://schemas.microsoft.com/office/drawing/2014/main" id="{C322EB96-C935-4FF5-8DBC-1E4F9472C05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46667" y="7420746"/>
            <a:ext cx="6563722" cy="36344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scene3d>
            <a:camera prst="perspectiveAbove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22154503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A7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églalap 10">
            <a:extLst>
              <a:ext uri="{FF2B5EF4-FFF2-40B4-BE49-F238E27FC236}">
                <a16:creationId xmlns:a16="http://schemas.microsoft.com/office/drawing/2014/main" id="{58ABD1D0-F413-4653-B4B6-3572A5D29488}"/>
              </a:ext>
            </a:extLst>
          </p:cNvPr>
          <p:cNvSpPr/>
          <p:nvPr/>
        </p:nvSpPr>
        <p:spPr>
          <a:xfrm rot="5400000">
            <a:off x="-10950000" y="-4092000"/>
            <a:ext cx="6858000" cy="15042000"/>
          </a:xfrm>
          <a:prstGeom prst="rect">
            <a:avLst/>
          </a:prstGeom>
          <a:solidFill>
            <a:srgbClr val="FFB7CC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Téglalap 17">
            <a:extLst>
              <a:ext uri="{FF2B5EF4-FFF2-40B4-BE49-F238E27FC236}">
                <a16:creationId xmlns:a16="http://schemas.microsoft.com/office/drawing/2014/main" id="{88244300-30FC-40B8-B0BF-CE6CF7153A79}"/>
              </a:ext>
            </a:extLst>
          </p:cNvPr>
          <p:cNvSpPr/>
          <p:nvPr/>
        </p:nvSpPr>
        <p:spPr>
          <a:xfrm rot="5400000">
            <a:off x="-7889300" y="-5492744"/>
            <a:ext cx="736600" cy="15042000"/>
          </a:xfrm>
          <a:prstGeom prst="rect">
            <a:avLst/>
          </a:prstGeom>
          <a:solidFill>
            <a:srgbClr val="FF81A5"/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Téglalap 19">
            <a:extLst>
              <a:ext uri="{FF2B5EF4-FFF2-40B4-BE49-F238E27FC236}">
                <a16:creationId xmlns:a16="http://schemas.microsoft.com/office/drawing/2014/main" id="{5D92003D-535B-4668-9CCA-77F9A57263C5}"/>
              </a:ext>
            </a:extLst>
          </p:cNvPr>
          <p:cNvSpPr/>
          <p:nvPr/>
        </p:nvSpPr>
        <p:spPr>
          <a:xfrm rot="5400000">
            <a:off x="-7889300" y="-3068181"/>
            <a:ext cx="736600" cy="15042000"/>
          </a:xfrm>
          <a:prstGeom prst="rect">
            <a:avLst/>
          </a:prstGeom>
          <a:solidFill>
            <a:srgbClr val="FF81A5"/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DD27001A-6518-423D-AFBA-A73FA25AE303}"/>
              </a:ext>
            </a:extLst>
          </p:cNvPr>
          <p:cNvSpPr/>
          <p:nvPr/>
        </p:nvSpPr>
        <p:spPr>
          <a:xfrm>
            <a:off x="-239100" y="-3961075"/>
            <a:ext cx="12431100" cy="10753488"/>
          </a:xfrm>
          <a:prstGeom prst="rect">
            <a:avLst/>
          </a:prstGeom>
          <a:solidFill>
            <a:srgbClr val="FF92B2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F9A95CB0-7200-4DB2-B636-20E85FEAE70A}"/>
              </a:ext>
            </a:extLst>
          </p:cNvPr>
          <p:cNvSpPr/>
          <p:nvPr/>
        </p:nvSpPr>
        <p:spPr>
          <a:xfrm>
            <a:off x="34752" y="-3412631"/>
            <a:ext cx="9309357" cy="927569"/>
          </a:xfrm>
          <a:prstGeom prst="roundRect">
            <a:avLst/>
          </a:prstGeom>
          <a:solidFill>
            <a:schemeClr val="bg1">
              <a:alpha val="94000"/>
            </a:schemeClr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Téglalap: lekerekített 13">
            <a:extLst>
              <a:ext uri="{FF2B5EF4-FFF2-40B4-BE49-F238E27FC236}">
                <a16:creationId xmlns:a16="http://schemas.microsoft.com/office/drawing/2014/main" id="{4D8BC4E4-7E62-41E1-A55B-5B0FE1A98923}"/>
              </a:ext>
            </a:extLst>
          </p:cNvPr>
          <p:cNvSpPr/>
          <p:nvPr/>
        </p:nvSpPr>
        <p:spPr>
          <a:xfrm>
            <a:off x="93860" y="-2514224"/>
            <a:ext cx="8988474" cy="927569"/>
          </a:xfrm>
          <a:prstGeom prst="roundRect">
            <a:avLst/>
          </a:prstGeom>
          <a:solidFill>
            <a:schemeClr val="bg1">
              <a:alpha val="94000"/>
            </a:schemeClr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Téglalap: lekerekített 14">
            <a:extLst>
              <a:ext uri="{FF2B5EF4-FFF2-40B4-BE49-F238E27FC236}">
                <a16:creationId xmlns:a16="http://schemas.microsoft.com/office/drawing/2014/main" id="{55702588-1D21-4818-8EB5-254741F5DEDD}"/>
              </a:ext>
            </a:extLst>
          </p:cNvPr>
          <p:cNvSpPr/>
          <p:nvPr/>
        </p:nvSpPr>
        <p:spPr>
          <a:xfrm>
            <a:off x="280993" y="-1658266"/>
            <a:ext cx="8047535" cy="927569"/>
          </a:xfrm>
          <a:prstGeom prst="roundRect">
            <a:avLst/>
          </a:prstGeom>
          <a:solidFill>
            <a:schemeClr val="bg1">
              <a:alpha val="94000"/>
            </a:schemeClr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CC15B750-427B-4797-B714-9669273F43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  <a14:imgEffect>
                      <a14:colorTemperature colorTemp="7000"/>
                    </a14:imgEffect>
                    <a14:imgEffect>
                      <a14:saturation sat="40000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5288" y="0"/>
            <a:ext cx="1948857" cy="1948857"/>
          </a:xfrm>
          <a:prstGeom prst="rect">
            <a:avLst/>
          </a:prstGeom>
        </p:spPr>
      </p:pic>
      <p:pic>
        <p:nvPicPr>
          <p:cNvPr id="13" name="Kép 12">
            <a:extLst>
              <a:ext uri="{FF2B5EF4-FFF2-40B4-BE49-F238E27FC236}">
                <a16:creationId xmlns:a16="http://schemas.microsoft.com/office/drawing/2014/main" id="{74707BE0-7076-48E9-BCBA-0D24EC5D12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993" y="200521"/>
            <a:ext cx="2082990" cy="115229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isometricOffAxis1Right"/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676A1828-DC2D-47FD-9FDC-754E2C3510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6667" y="1948857"/>
            <a:ext cx="6563722" cy="36344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scene3d>
            <a:camera prst="perspectiveAbove"/>
            <a:lightRig rig="threePt" dir="t"/>
          </a:scene3d>
        </p:spPr>
      </p:pic>
      <p:sp>
        <p:nvSpPr>
          <p:cNvPr id="7" name="Szövegdoboz 6">
            <a:extLst>
              <a:ext uri="{FF2B5EF4-FFF2-40B4-BE49-F238E27FC236}">
                <a16:creationId xmlns:a16="http://schemas.microsoft.com/office/drawing/2014/main" id="{B9FA750A-817C-4C0D-BD07-21CC4CE60A68}"/>
              </a:ext>
            </a:extLst>
          </p:cNvPr>
          <p:cNvSpPr txBox="1"/>
          <p:nvPr/>
        </p:nvSpPr>
        <p:spPr>
          <a:xfrm>
            <a:off x="93860" y="1659956"/>
            <a:ext cx="569324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hu-H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Csapat logó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hu-HU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hu-H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Fő menü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hu-HU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hu-H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Alap Weblap </a:t>
            </a:r>
          </a:p>
          <a:p>
            <a:r>
              <a:rPr lang="hu-H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     struktúra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hu-HU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hu-H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Minden weblap </a:t>
            </a:r>
          </a:p>
          <a:p>
            <a:r>
              <a:rPr lang="hu-H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      elérhető</a:t>
            </a:r>
          </a:p>
        </p:txBody>
      </p:sp>
    </p:spTree>
    <p:extLst>
      <p:ext uri="{BB962C8B-B14F-4D97-AF65-F5344CB8AC3E}">
        <p14:creationId xmlns:p14="http://schemas.microsoft.com/office/powerpoint/2010/main" val="25310565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églalap 10">
            <a:extLst>
              <a:ext uri="{FF2B5EF4-FFF2-40B4-BE49-F238E27FC236}">
                <a16:creationId xmlns:a16="http://schemas.microsoft.com/office/drawing/2014/main" id="{58ABD1D0-F413-4653-B4B6-3572A5D29488}"/>
              </a:ext>
            </a:extLst>
          </p:cNvPr>
          <p:cNvSpPr/>
          <p:nvPr/>
        </p:nvSpPr>
        <p:spPr>
          <a:xfrm rot="5400000">
            <a:off x="-10950000" y="-4092000"/>
            <a:ext cx="6858000" cy="15042000"/>
          </a:xfrm>
          <a:prstGeom prst="rect">
            <a:avLst/>
          </a:prstGeom>
          <a:solidFill>
            <a:srgbClr val="FFB7CC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Téglalap 17">
            <a:extLst>
              <a:ext uri="{FF2B5EF4-FFF2-40B4-BE49-F238E27FC236}">
                <a16:creationId xmlns:a16="http://schemas.microsoft.com/office/drawing/2014/main" id="{88244300-30FC-40B8-B0BF-CE6CF7153A79}"/>
              </a:ext>
            </a:extLst>
          </p:cNvPr>
          <p:cNvSpPr/>
          <p:nvPr/>
        </p:nvSpPr>
        <p:spPr>
          <a:xfrm rot="5400000">
            <a:off x="-7889300" y="-5492744"/>
            <a:ext cx="736600" cy="15042000"/>
          </a:xfrm>
          <a:prstGeom prst="rect">
            <a:avLst/>
          </a:prstGeom>
          <a:solidFill>
            <a:srgbClr val="FF81A5"/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Téglalap 19">
            <a:extLst>
              <a:ext uri="{FF2B5EF4-FFF2-40B4-BE49-F238E27FC236}">
                <a16:creationId xmlns:a16="http://schemas.microsoft.com/office/drawing/2014/main" id="{5D92003D-535B-4668-9CCA-77F9A57263C5}"/>
              </a:ext>
            </a:extLst>
          </p:cNvPr>
          <p:cNvSpPr/>
          <p:nvPr/>
        </p:nvSpPr>
        <p:spPr>
          <a:xfrm rot="5400000">
            <a:off x="-7889300" y="-3068181"/>
            <a:ext cx="736600" cy="15042000"/>
          </a:xfrm>
          <a:prstGeom prst="rect">
            <a:avLst/>
          </a:prstGeom>
          <a:solidFill>
            <a:srgbClr val="FF81A5"/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DD27001A-6518-423D-AFBA-A73FA25AE303}"/>
              </a:ext>
            </a:extLst>
          </p:cNvPr>
          <p:cNvSpPr/>
          <p:nvPr/>
        </p:nvSpPr>
        <p:spPr>
          <a:xfrm>
            <a:off x="-239100" y="-3716788"/>
            <a:ext cx="12431100" cy="10753488"/>
          </a:xfrm>
          <a:prstGeom prst="rect">
            <a:avLst/>
          </a:prstGeom>
          <a:solidFill>
            <a:srgbClr val="FF92B2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F9A95CB0-7200-4DB2-B636-20E85FEAE70A}"/>
              </a:ext>
            </a:extLst>
          </p:cNvPr>
          <p:cNvSpPr/>
          <p:nvPr/>
        </p:nvSpPr>
        <p:spPr>
          <a:xfrm>
            <a:off x="34752" y="-3412631"/>
            <a:ext cx="9309357" cy="927569"/>
          </a:xfrm>
          <a:prstGeom prst="roundRect">
            <a:avLst/>
          </a:prstGeom>
          <a:solidFill>
            <a:schemeClr val="bg1">
              <a:alpha val="94000"/>
            </a:schemeClr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Téglalap: lekerekített 13">
            <a:extLst>
              <a:ext uri="{FF2B5EF4-FFF2-40B4-BE49-F238E27FC236}">
                <a16:creationId xmlns:a16="http://schemas.microsoft.com/office/drawing/2014/main" id="{4D8BC4E4-7E62-41E1-A55B-5B0FE1A98923}"/>
              </a:ext>
            </a:extLst>
          </p:cNvPr>
          <p:cNvSpPr/>
          <p:nvPr/>
        </p:nvSpPr>
        <p:spPr>
          <a:xfrm>
            <a:off x="93860" y="-2514224"/>
            <a:ext cx="8988474" cy="927569"/>
          </a:xfrm>
          <a:prstGeom prst="roundRect">
            <a:avLst/>
          </a:prstGeom>
          <a:solidFill>
            <a:schemeClr val="bg1">
              <a:alpha val="94000"/>
            </a:schemeClr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Téglalap: lekerekített 14">
            <a:extLst>
              <a:ext uri="{FF2B5EF4-FFF2-40B4-BE49-F238E27FC236}">
                <a16:creationId xmlns:a16="http://schemas.microsoft.com/office/drawing/2014/main" id="{55702588-1D21-4818-8EB5-254741F5DEDD}"/>
              </a:ext>
            </a:extLst>
          </p:cNvPr>
          <p:cNvSpPr/>
          <p:nvPr/>
        </p:nvSpPr>
        <p:spPr>
          <a:xfrm>
            <a:off x="280993" y="-1658266"/>
            <a:ext cx="8047535" cy="927569"/>
          </a:xfrm>
          <a:prstGeom prst="roundRect">
            <a:avLst/>
          </a:prstGeom>
          <a:solidFill>
            <a:schemeClr val="bg1">
              <a:alpha val="94000"/>
            </a:schemeClr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CC15B750-427B-4797-B714-9669273F43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  <a14:imgEffect>
                      <a14:colorTemperature colorTemp="7000"/>
                    </a14:imgEffect>
                    <a14:imgEffect>
                      <a14:saturation sat="40000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5288" y="0"/>
            <a:ext cx="1948857" cy="1948857"/>
          </a:xfrm>
          <a:prstGeom prst="rect">
            <a:avLst/>
          </a:prstGeom>
        </p:spPr>
      </p:pic>
      <p:pic>
        <p:nvPicPr>
          <p:cNvPr id="13" name="Kép 12">
            <a:extLst>
              <a:ext uri="{FF2B5EF4-FFF2-40B4-BE49-F238E27FC236}">
                <a16:creationId xmlns:a16="http://schemas.microsoft.com/office/drawing/2014/main" id="{74707BE0-7076-48E9-BCBA-0D24EC5D12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2025" y="306245"/>
            <a:ext cx="2082990" cy="115229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52006D1B-CD96-46CE-B33A-5B096E7DF5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4654" y="2536372"/>
            <a:ext cx="2082990" cy="115229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467785DB-C44B-4B20-84A1-B34E54ECDE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7108" y="5084922"/>
            <a:ext cx="2082990" cy="115693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7" name="Kép 16">
            <a:extLst>
              <a:ext uri="{FF2B5EF4-FFF2-40B4-BE49-F238E27FC236}">
                <a16:creationId xmlns:a16="http://schemas.microsoft.com/office/drawing/2014/main" id="{A1F7AC29-F607-4487-8459-3911997731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8129" y="3927986"/>
            <a:ext cx="2082990" cy="115693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22" name="Kép 21">
            <a:extLst>
              <a:ext uri="{FF2B5EF4-FFF2-40B4-BE49-F238E27FC236}">
                <a16:creationId xmlns:a16="http://schemas.microsoft.com/office/drawing/2014/main" id="{A3F73592-3BDD-4BCE-BA89-1F3D33D5FE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61119" y="1017962"/>
            <a:ext cx="2082990" cy="115693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cxnSp>
        <p:nvCxnSpPr>
          <p:cNvPr id="6" name="Egyenes összekötő nyíllal 5">
            <a:extLst>
              <a:ext uri="{FF2B5EF4-FFF2-40B4-BE49-F238E27FC236}">
                <a16:creationId xmlns:a16="http://schemas.microsoft.com/office/drawing/2014/main" id="{BBB7127C-A010-4D19-B42E-A203E166618C}"/>
              </a:ext>
            </a:extLst>
          </p:cNvPr>
          <p:cNvCxnSpPr>
            <a:cxnSpLocks/>
          </p:cNvCxnSpPr>
          <p:nvPr/>
        </p:nvCxnSpPr>
        <p:spPr>
          <a:xfrm flipH="1">
            <a:off x="2208603" y="1331614"/>
            <a:ext cx="372425" cy="3997127"/>
          </a:xfrm>
          <a:prstGeom prst="straightConnector1">
            <a:avLst/>
          </a:prstGeom>
          <a:ln w="76200">
            <a:solidFill>
              <a:srgbClr val="FF2D69"/>
            </a:solidFill>
            <a:tailEnd type="triangle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gyenes összekötő nyíllal 18">
            <a:extLst>
              <a:ext uri="{FF2B5EF4-FFF2-40B4-BE49-F238E27FC236}">
                <a16:creationId xmlns:a16="http://schemas.microsoft.com/office/drawing/2014/main" id="{92E5C555-DD80-4A46-81AD-6D11C0DFBB69}"/>
              </a:ext>
            </a:extLst>
          </p:cNvPr>
          <p:cNvCxnSpPr>
            <a:cxnSpLocks/>
          </p:cNvCxnSpPr>
          <p:nvPr/>
        </p:nvCxnSpPr>
        <p:spPr>
          <a:xfrm flipV="1">
            <a:off x="2651872" y="3572142"/>
            <a:ext cx="1131022" cy="1740180"/>
          </a:xfrm>
          <a:prstGeom prst="straightConnector1">
            <a:avLst/>
          </a:prstGeom>
          <a:ln w="76200">
            <a:solidFill>
              <a:srgbClr val="FF2D69"/>
            </a:solidFill>
            <a:tailEnd type="triangle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gyenes összekötő nyíllal 22">
            <a:extLst>
              <a:ext uri="{FF2B5EF4-FFF2-40B4-BE49-F238E27FC236}">
                <a16:creationId xmlns:a16="http://schemas.microsoft.com/office/drawing/2014/main" id="{EA58D040-9CA0-484F-8A0B-8CD371AFF2BB}"/>
              </a:ext>
            </a:extLst>
          </p:cNvPr>
          <p:cNvCxnSpPr>
            <a:cxnSpLocks/>
          </p:cNvCxnSpPr>
          <p:nvPr/>
        </p:nvCxnSpPr>
        <p:spPr>
          <a:xfrm flipV="1">
            <a:off x="5137644" y="1873920"/>
            <a:ext cx="2123475" cy="963284"/>
          </a:xfrm>
          <a:prstGeom prst="straightConnector1">
            <a:avLst/>
          </a:prstGeom>
          <a:ln w="76200">
            <a:solidFill>
              <a:srgbClr val="FF2D69"/>
            </a:solidFill>
            <a:tailEnd type="triangle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gyenes összekötő nyíllal 26">
            <a:extLst>
              <a:ext uri="{FF2B5EF4-FFF2-40B4-BE49-F238E27FC236}">
                <a16:creationId xmlns:a16="http://schemas.microsoft.com/office/drawing/2014/main" id="{939E9FB0-B0EC-4747-B322-BE0458B0E61C}"/>
              </a:ext>
            </a:extLst>
          </p:cNvPr>
          <p:cNvCxnSpPr>
            <a:cxnSpLocks/>
          </p:cNvCxnSpPr>
          <p:nvPr/>
        </p:nvCxnSpPr>
        <p:spPr>
          <a:xfrm flipH="1">
            <a:off x="6494804" y="2024410"/>
            <a:ext cx="1108281" cy="2060109"/>
          </a:xfrm>
          <a:prstGeom prst="straightConnector1">
            <a:avLst/>
          </a:prstGeom>
          <a:ln w="76200">
            <a:solidFill>
              <a:srgbClr val="FF2D69"/>
            </a:solidFill>
            <a:tailEnd type="triangle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Kép 38">
            <a:extLst>
              <a:ext uri="{FF2B5EF4-FFF2-40B4-BE49-F238E27FC236}">
                <a16:creationId xmlns:a16="http://schemas.microsoft.com/office/drawing/2014/main" id="{C322EB96-C935-4FF5-8DBC-1E4F9472C05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82643" y="7420746"/>
            <a:ext cx="6563722" cy="36344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scene3d>
            <a:camera prst="perspectiveAbove"/>
            <a:lightRig rig="threePt" dir="t"/>
          </a:scene3d>
        </p:spPr>
      </p:pic>
      <p:pic>
        <p:nvPicPr>
          <p:cNvPr id="47" name="Kép 46">
            <a:extLst>
              <a:ext uri="{FF2B5EF4-FFF2-40B4-BE49-F238E27FC236}">
                <a16:creationId xmlns:a16="http://schemas.microsoft.com/office/drawing/2014/main" id="{082E7751-2EE2-40D9-A841-AE89E3561C3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6918" y="7420746"/>
            <a:ext cx="4021906" cy="560236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scene3d>
            <a:camera prst="isometricOffAxis2Left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2704603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églalap 10">
            <a:extLst>
              <a:ext uri="{FF2B5EF4-FFF2-40B4-BE49-F238E27FC236}">
                <a16:creationId xmlns:a16="http://schemas.microsoft.com/office/drawing/2014/main" id="{58ABD1D0-F413-4653-B4B6-3572A5D29488}"/>
              </a:ext>
            </a:extLst>
          </p:cNvPr>
          <p:cNvSpPr/>
          <p:nvPr/>
        </p:nvSpPr>
        <p:spPr>
          <a:xfrm rot="5400000">
            <a:off x="-10950000" y="-4092000"/>
            <a:ext cx="6858000" cy="15042000"/>
          </a:xfrm>
          <a:prstGeom prst="rect">
            <a:avLst/>
          </a:prstGeom>
          <a:solidFill>
            <a:srgbClr val="FFB7CC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Téglalap 17">
            <a:extLst>
              <a:ext uri="{FF2B5EF4-FFF2-40B4-BE49-F238E27FC236}">
                <a16:creationId xmlns:a16="http://schemas.microsoft.com/office/drawing/2014/main" id="{88244300-30FC-40B8-B0BF-CE6CF7153A79}"/>
              </a:ext>
            </a:extLst>
          </p:cNvPr>
          <p:cNvSpPr/>
          <p:nvPr/>
        </p:nvSpPr>
        <p:spPr>
          <a:xfrm rot="5400000">
            <a:off x="-7889300" y="-5492744"/>
            <a:ext cx="736600" cy="15042000"/>
          </a:xfrm>
          <a:prstGeom prst="rect">
            <a:avLst/>
          </a:prstGeom>
          <a:solidFill>
            <a:srgbClr val="FF81A5"/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Téglalap 19">
            <a:extLst>
              <a:ext uri="{FF2B5EF4-FFF2-40B4-BE49-F238E27FC236}">
                <a16:creationId xmlns:a16="http://schemas.microsoft.com/office/drawing/2014/main" id="{5D92003D-535B-4668-9CCA-77F9A57263C5}"/>
              </a:ext>
            </a:extLst>
          </p:cNvPr>
          <p:cNvSpPr/>
          <p:nvPr/>
        </p:nvSpPr>
        <p:spPr>
          <a:xfrm rot="5400000">
            <a:off x="-7889300" y="-3068181"/>
            <a:ext cx="736600" cy="15042000"/>
          </a:xfrm>
          <a:prstGeom prst="rect">
            <a:avLst/>
          </a:prstGeom>
          <a:solidFill>
            <a:srgbClr val="FF81A5"/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DD27001A-6518-423D-AFBA-A73FA25AE303}"/>
              </a:ext>
            </a:extLst>
          </p:cNvPr>
          <p:cNvSpPr/>
          <p:nvPr/>
        </p:nvSpPr>
        <p:spPr>
          <a:xfrm>
            <a:off x="-239100" y="-3961076"/>
            <a:ext cx="12431100" cy="11123875"/>
          </a:xfrm>
          <a:prstGeom prst="rect">
            <a:avLst/>
          </a:prstGeom>
          <a:solidFill>
            <a:srgbClr val="FF92B2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F9A95CB0-7200-4DB2-B636-20E85FEAE70A}"/>
              </a:ext>
            </a:extLst>
          </p:cNvPr>
          <p:cNvSpPr/>
          <p:nvPr/>
        </p:nvSpPr>
        <p:spPr>
          <a:xfrm>
            <a:off x="34752" y="-3412631"/>
            <a:ext cx="9309357" cy="927569"/>
          </a:xfrm>
          <a:prstGeom prst="roundRect">
            <a:avLst/>
          </a:prstGeom>
          <a:solidFill>
            <a:schemeClr val="bg1">
              <a:alpha val="94000"/>
            </a:schemeClr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Téglalap: lekerekített 13">
            <a:extLst>
              <a:ext uri="{FF2B5EF4-FFF2-40B4-BE49-F238E27FC236}">
                <a16:creationId xmlns:a16="http://schemas.microsoft.com/office/drawing/2014/main" id="{4D8BC4E4-7E62-41E1-A55B-5B0FE1A98923}"/>
              </a:ext>
            </a:extLst>
          </p:cNvPr>
          <p:cNvSpPr/>
          <p:nvPr/>
        </p:nvSpPr>
        <p:spPr>
          <a:xfrm>
            <a:off x="93860" y="-2514224"/>
            <a:ext cx="8988474" cy="927569"/>
          </a:xfrm>
          <a:prstGeom prst="roundRect">
            <a:avLst/>
          </a:prstGeom>
          <a:solidFill>
            <a:schemeClr val="bg1">
              <a:alpha val="94000"/>
            </a:schemeClr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Téglalap: lekerekített 14">
            <a:extLst>
              <a:ext uri="{FF2B5EF4-FFF2-40B4-BE49-F238E27FC236}">
                <a16:creationId xmlns:a16="http://schemas.microsoft.com/office/drawing/2014/main" id="{55702588-1D21-4818-8EB5-254741F5DEDD}"/>
              </a:ext>
            </a:extLst>
          </p:cNvPr>
          <p:cNvSpPr/>
          <p:nvPr/>
        </p:nvSpPr>
        <p:spPr>
          <a:xfrm>
            <a:off x="280993" y="-1658266"/>
            <a:ext cx="8047535" cy="927569"/>
          </a:xfrm>
          <a:prstGeom prst="roundRect">
            <a:avLst/>
          </a:prstGeom>
          <a:solidFill>
            <a:schemeClr val="bg1">
              <a:alpha val="94000"/>
            </a:schemeClr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CC15B750-427B-4797-B714-9669273F43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  <a14:imgEffect>
                      <a14:colorTemperature colorTemp="7000"/>
                    </a14:imgEffect>
                    <a14:imgEffect>
                      <a14:saturation sat="40000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5288" y="0"/>
            <a:ext cx="1948857" cy="1948857"/>
          </a:xfrm>
          <a:prstGeom prst="rect">
            <a:avLst/>
          </a:prstGeom>
        </p:spPr>
      </p:pic>
      <p:pic>
        <p:nvPicPr>
          <p:cNvPr id="39" name="Kép 38">
            <a:extLst>
              <a:ext uri="{FF2B5EF4-FFF2-40B4-BE49-F238E27FC236}">
                <a16:creationId xmlns:a16="http://schemas.microsoft.com/office/drawing/2014/main" id="{C322EB96-C935-4FF5-8DBC-1E4F9472C0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6667" y="7420746"/>
            <a:ext cx="6563722" cy="36344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scene3d>
            <a:camera prst="perspectiveAbove"/>
            <a:lightRig rig="threePt" dir="t"/>
          </a:scene3d>
        </p:spPr>
      </p:pic>
      <p:pic>
        <p:nvPicPr>
          <p:cNvPr id="21" name="Kép 20">
            <a:extLst>
              <a:ext uri="{FF2B5EF4-FFF2-40B4-BE49-F238E27FC236}">
                <a16:creationId xmlns:a16="http://schemas.microsoft.com/office/drawing/2014/main" id="{0A8603AA-8E77-493C-8AB0-C1418D6321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720" y="331057"/>
            <a:ext cx="2082990" cy="115693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HeroicExtremeRightFacing"/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34CB5DCC-228C-44FB-914A-4D267BBBD5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3196" y="765628"/>
            <a:ext cx="4021906" cy="560236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scene3d>
            <a:camera prst="isometricOffAxis2Left"/>
            <a:lightRig rig="threePt" dir="t"/>
          </a:scene3d>
        </p:spPr>
      </p:pic>
      <p:sp>
        <p:nvSpPr>
          <p:cNvPr id="25" name="Szövegdoboz 24">
            <a:extLst>
              <a:ext uri="{FF2B5EF4-FFF2-40B4-BE49-F238E27FC236}">
                <a16:creationId xmlns:a16="http://schemas.microsoft.com/office/drawing/2014/main" id="{9138C43E-3393-4C65-8F9E-FA2C396D9B18}"/>
              </a:ext>
            </a:extLst>
          </p:cNvPr>
          <p:cNvSpPr txBox="1"/>
          <p:nvPr/>
        </p:nvSpPr>
        <p:spPr>
          <a:xfrm>
            <a:off x="93860" y="1659956"/>
            <a:ext cx="56932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hu-HU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sp>
        <p:nvSpPr>
          <p:cNvPr id="16" name="Téglalap 15">
            <a:extLst>
              <a:ext uri="{FF2B5EF4-FFF2-40B4-BE49-F238E27FC236}">
                <a16:creationId xmlns:a16="http://schemas.microsoft.com/office/drawing/2014/main" id="{ADB49B6A-524D-4E29-BF26-DD1321DA635B}"/>
              </a:ext>
            </a:extLst>
          </p:cNvPr>
          <p:cNvSpPr/>
          <p:nvPr/>
        </p:nvSpPr>
        <p:spPr>
          <a:xfrm>
            <a:off x="280993" y="2138833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altLang="hu-H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Kategória létrehozása (főételek)</a:t>
            </a:r>
            <a:endParaRPr lang="hu-HU" sz="3200" dirty="0"/>
          </a:p>
        </p:txBody>
      </p:sp>
    </p:spTree>
    <p:extLst>
      <p:ext uri="{BB962C8B-B14F-4D97-AF65-F5344CB8AC3E}">
        <p14:creationId xmlns:p14="http://schemas.microsoft.com/office/powerpoint/2010/main" val="42052840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églalap 10">
            <a:extLst>
              <a:ext uri="{FF2B5EF4-FFF2-40B4-BE49-F238E27FC236}">
                <a16:creationId xmlns:a16="http://schemas.microsoft.com/office/drawing/2014/main" id="{58ABD1D0-F413-4653-B4B6-3572A5D29488}"/>
              </a:ext>
            </a:extLst>
          </p:cNvPr>
          <p:cNvSpPr/>
          <p:nvPr/>
        </p:nvSpPr>
        <p:spPr>
          <a:xfrm rot="5400000">
            <a:off x="-10950000" y="-4092000"/>
            <a:ext cx="6858000" cy="15042000"/>
          </a:xfrm>
          <a:prstGeom prst="rect">
            <a:avLst/>
          </a:prstGeom>
          <a:solidFill>
            <a:srgbClr val="FFB7CC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Téglalap 17">
            <a:extLst>
              <a:ext uri="{FF2B5EF4-FFF2-40B4-BE49-F238E27FC236}">
                <a16:creationId xmlns:a16="http://schemas.microsoft.com/office/drawing/2014/main" id="{88244300-30FC-40B8-B0BF-CE6CF7153A79}"/>
              </a:ext>
            </a:extLst>
          </p:cNvPr>
          <p:cNvSpPr/>
          <p:nvPr/>
        </p:nvSpPr>
        <p:spPr>
          <a:xfrm rot="5400000">
            <a:off x="-7889300" y="-5492744"/>
            <a:ext cx="736600" cy="15042000"/>
          </a:xfrm>
          <a:prstGeom prst="rect">
            <a:avLst/>
          </a:prstGeom>
          <a:solidFill>
            <a:srgbClr val="FF81A5"/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Téglalap 19">
            <a:extLst>
              <a:ext uri="{FF2B5EF4-FFF2-40B4-BE49-F238E27FC236}">
                <a16:creationId xmlns:a16="http://schemas.microsoft.com/office/drawing/2014/main" id="{5D92003D-535B-4668-9CCA-77F9A57263C5}"/>
              </a:ext>
            </a:extLst>
          </p:cNvPr>
          <p:cNvSpPr/>
          <p:nvPr/>
        </p:nvSpPr>
        <p:spPr>
          <a:xfrm rot="5400000">
            <a:off x="-7889300" y="-3068181"/>
            <a:ext cx="736600" cy="15042000"/>
          </a:xfrm>
          <a:prstGeom prst="rect">
            <a:avLst/>
          </a:prstGeom>
          <a:solidFill>
            <a:srgbClr val="FF81A5"/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DD27001A-6518-423D-AFBA-A73FA25AE303}"/>
              </a:ext>
            </a:extLst>
          </p:cNvPr>
          <p:cNvSpPr/>
          <p:nvPr/>
        </p:nvSpPr>
        <p:spPr>
          <a:xfrm>
            <a:off x="-239100" y="-3961076"/>
            <a:ext cx="12431100" cy="10874029"/>
          </a:xfrm>
          <a:prstGeom prst="rect">
            <a:avLst/>
          </a:prstGeom>
          <a:solidFill>
            <a:srgbClr val="FF92B2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F9A95CB0-7200-4DB2-B636-20E85FEAE70A}"/>
              </a:ext>
            </a:extLst>
          </p:cNvPr>
          <p:cNvSpPr/>
          <p:nvPr/>
        </p:nvSpPr>
        <p:spPr>
          <a:xfrm>
            <a:off x="34752" y="-3412631"/>
            <a:ext cx="9309357" cy="927569"/>
          </a:xfrm>
          <a:prstGeom prst="roundRect">
            <a:avLst/>
          </a:prstGeom>
          <a:solidFill>
            <a:schemeClr val="bg1">
              <a:alpha val="94000"/>
            </a:schemeClr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Téglalap: lekerekített 13">
            <a:extLst>
              <a:ext uri="{FF2B5EF4-FFF2-40B4-BE49-F238E27FC236}">
                <a16:creationId xmlns:a16="http://schemas.microsoft.com/office/drawing/2014/main" id="{4D8BC4E4-7E62-41E1-A55B-5B0FE1A98923}"/>
              </a:ext>
            </a:extLst>
          </p:cNvPr>
          <p:cNvSpPr/>
          <p:nvPr/>
        </p:nvSpPr>
        <p:spPr>
          <a:xfrm>
            <a:off x="93860" y="-2514224"/>
            <a:ext cx="8988474" cy="927569"/>
          </a:xfrm>
          <a:prstGeom prst="roundRect">
            <a:avLst/>
          </a:prstGeom>
          <a:solidFill>
            <a:schemeClr val="bg1">
              <a:alpha val="94000"/>
            </a:schemeClr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Téglalap: lekerekített 14">
            <a:extLst>
              <a:ext uri="{FF2B5EF4-FFF2-40B4-BE49-F238E27FC236}">
                <a16:creationId xmlns:a16="http://schemas.microsoft.com/office/drawing/2014/main" id="{55702588-1D21-4818-8EB5-254741F5DEDD}"/>
              </a:ext>
            </a:extLst>
          </p:cNvPr>
          <p:cNvSpPr/>
          <p:nvPr/>
        </p:nvSpPr>
        <p:spPr>
          <a:xfrm>
            <a:off x="280993" y="-1658266"/>
            <a:ext cx="8047535" cy="927569"/>
          </a:xfrm>
          <a:prstGeom prst="roundRect">
            <a:avLst/>
          </a:prstGeom>
          <a:solidFill>
            <a:schemeClr val="bg1">
              <a:alpha val="94000"/>
            </a:schemeClr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CC15B750-427B-4797-B714-9669273F43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  <a14:imgEffect>
                      <a14:colorTemperature colorTemp="7000"/>
                    </a14:imgEffect>
                    <a14:imgEffect>
                      <a14:saturation sat="40000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5288" y="0"/>
            <a:ext cx="1948857" cy="1948857"/>
          </a:xfrm>
          <a:prstGeom prst="rect">
            <a:avLst/>
          </a:prstGeom>
        </p:spPr>
      </p:pic>
      <p:pic>
        <p:nvPicPr>
          <p:cNvPr id="13" name="Kép 12">
            <a:extLst>
              <a:ext uri="{FF2B5EF4-FFF2-40B4-BE49-F238E27FC236}">
                <a16:creationId xmlns:a16="http://schemas.microsoft.com/office/drawing/2014/main" id="{74707BE0-7076-48E9-BCBA-0D24EC5D12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2025" y="306245"/>
            <a:ext cx="2082990" cy="115229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52006D1B-CD96-46CE-B33A-5B096E7DF5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4654" y="2536372"/>
            <a:ext cx="2082990" cy="115229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467785DB-C44B-4B20-84A1-B34E54ECDE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7108" y="5084922"/>
            <a:ext cx="2082990" cy="115693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7" name="Kép 16">
            <a:extLst>
              <a:ext uri="{FF2B5EF4-FFF2-40B4-BE49-F238E27FC236}">
                <a16:creationId xmlns:a16="http://schemas.microsoft.com/office/drawing/2014/main" id="{A1F7AC29-F607-4487-8459-3911997731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8129" y="3927986"/>
            <a:ext cx="2082990" cy="115693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22" name="Kép 21">
            <a:extLst>
              <a:ext uri="{FF2B5EF4-FFF2-40B4-BE49-F238E27FC236}">
                <a16:creationId xmlns:a16="http://schemas.microsoft.com/office/drawing/2014/main" id="{A3F73592-3BDD-4BCE-BA89-1F3D33D5FE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61119" y="1017962"/>
            <a:ext cx="2082990" cy="115693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cxnSp>
        <p:nvCxnSpPr>
          <p:cNvPr id="6" name="Egyenes összekötő nyíllal 5">
            <a:extLst>
              <a:ext uri="{FF2B5EF4-FFF2-40B4-BE49-F238E27FC236}">
                <a16:creationId xmlns:a16="http://schemas.microsoft.com/office/drawing/2014/main" id="{BBB7127C-A010-4D19-B42E-A203E166618C}"/>
              </a:ext>
            </a:extLst>
          </p:cNvPr>
          <p:cNvCxnSpPr>
            <a:cxnSpLocks/>
          </p:cNvCxnSpPr>
          <p:nvPr/>
        </p:nvCxnSpPr>
        <p:spPr>
          <a:xfrm flipH="1">
            <a:off x="2208603" y="1331614"/>
            <a:ext cx="372425" cy="3997127"/>
          </a:xfrm>
          <a:prstGeom prst="straightConnector1">
            <a:avLst/>
          </a:prstGeom>
          <a:ln w="76200">
            <a:solidFill>
              <a:srgbClr val="FF2D69"/>
            </a:solidFill>
            <a:tailEnd type="triangle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gyenes összekötő nyíllal 18">
            <a:extLst>
              <a:ext uri="{FF2B5EF4-FFF2-40B4-BE49-F238E27FC236}">
                <a16:creationId xmlns:a16="http://schemas.microsoft.com/office/drawing/2014/main" id="{92E5C555-DD80-4A46-81AD-6D11C0DFBB69}"/>
              </a:ext>
            </a:extLst>
          </p:cNvPr>
          <p:cNvCxnSpPr>
            <a:cxnSpLocks/>
          </p:cNvCxnSpPr>
          <p:nvPr/>
        </p:nvCxnSpPr>
        <p:spPr>
          <a:xfrm flipV="1">
            <a:off x="2651872" y="3572142"/>
            <a:ext cx="1131022" cy="1740180"/>
          </a:xfrm>
          <a:prstGeom prst="straightConnector1">
            <a:avLst/>
          </a:prstGeom>
          <a:ln w="76200">
            <a:solidFill>
              <a:srgbClr val="FF2D69"/>
            </a:solidFill>
            <a:tailEnd type="triangle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gyenes összekötő nyíllal 22">
            <a:extLst>
              <a:ext uri="{FF2B5EF4-FFF2-40B4-BE49-F238E27FC236}">
                <a16:creationId xmlns:a16="http://schemas.microsoft.com/office/drawing/2014/main" id="{EA58D040-9CA0-484F-8A0B-8CD371AFF2BB}"/>
              </a:ext>
            </a:extLst>
          </p:cNvPr>
          <p:cNvCxnSpPr>
            <a:cxnSpLocks/>
          </p:cNvCxnSpPr>
          <p:nvPr/>
        </p:nvCxnSpPr>
        <p:spPr>
          <a:xfrm flipV="1">
            <a:off x="5137644" y="1873920"/>
            <a:ext cx="2123475" cy="963284"/>
          </a:xfrm>
          <a:prstGeom prst="straightConnector1">
            <a:avLst/>
          </a:prstGeom>
          <a:ln w="76200">
            <a:solidFill>
              <a:srgbClr val="FF2D69"/>
            </a:solidFill>
            <a:tailEnd type="triangle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gyenes összekötő nyíllal 26">
            <a:extLst>
              <a:ext uri="{FF2B5EF4-FFF2-40B4-BE49-F238E27FC236}">
                <a16:creationId xmlns:a16="http://schemas.microsoft.com/office/drawing/2014/main" id="{939E9FB0-B0EC-4747-B322-BE0458B0E61C}"/>
              </a:ext>
            </a:extLst>
          </p:cNvPr>
          <p:cNvCxnSpPr>
            <a:cxnSpLocks/>
          </p:cNvCxnSpPr>
          <p:nvPr/>
        </p:nvCxnSpPr>
        <p:spPr>
          <a:xfrm flipH="1">
            <a:off x="6494804" y="2024410"/>
            <a:ext cx="1108281" cy="2060109"/>
          </a:xfrm>
          <a:prstGeom prst="straightConnector1">
            <a:avLst/>
          </a:prstGeom>
          <a:ln w="76200">
            <a:solidFill>
              <a:srgbClr val="FF2D69"/>
            </a:solidFill>
            <a:tailEnd type="triangle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Kép 38">
            <a:extLst>
              <a:ext uri="{FF2B5EF4-FFF2-40B4-BE49-F238E27FC236}">
                <a16:creationId xmlns:a16="http://schemas.microsoft.com/office/drawing/2014/main" id="{C322EB96-C935-4FF5-8DBC-1E4F9472C05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46667" y="7420746"/>
            <a:ext cx="6563722" cy="36344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scene3d>
            <a:camera prst="perspectiveAbove"/>
            <a:lightRig rig="threePt" dir="t"/>
          </a:scene3d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D1E08C33-8373-4146-B849-13BBDA27C5C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89430" y="7475700"/>
            <a:ext cx="6095155" cy="438758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scene3d>
            <a:camera prst="perspectiveRight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32891107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églalap 10">
            <a:extLst>
              <a:ext uri="{FF2B5EF4-FFF2-40B4-BE49-F238E27FC236}">
                <a16:creationId xmlns:a16="http://schemas.microsoft.com/office/drawing/2014/main" id="{58ABD1D0-F413-4653-B4B6-3572A5D29488}"/>
              </a:ext>
            </a:extLst>
          </p:cNvPr>
          <p:cNvSpPr/>
          <p:nvPr/>
        </p:nvSpPr>
        <p:spPr>
          <a:xfrm rot="5400000">
            <a:off x="-10950000" y="-4092000"/>
            <a:ext cx="6858000" cy="15042000"/>
          </a:xfrm>
          <a:prstGeom prst="rect">
            <a:avLst/>
          </a:prstGeom>
          <a:solidFill>
            <a:srgbClr val="FFB7CC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Téglalap 17">
            <a:extLst>
              <a:ext uri="{FF2B5EF4-FFF2-40B4-BE49-F238E27FC236}">
                <a16:creationId xmlns:a16="http://schemas.microsoft.com/office/drawing/2014/main" id="{88244300-30FC-40B8-B0BF-CE6CF7153A79}"/>
              </a:ext>
            </a:extLst>
          </p:cNvPr>
          <p:cNvSpPr/>
          <p:nvPr/>
        </p:nvSpPr>
        <p:spPr>
          <a:xfrm rot="5400000">
            <a:off x="-7889300" y="-5492744"/>
            <a:ext cx="736600" cy="15042000"/>
          </a:xfrm>
          <a:prstGeom prst="rect">
            <a:avLst/>
          </a:prstGeom>
          <a:solidFill>
            <a:srgbClr val="FF81A5"/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Téglalap 19">
            <a:extLst>
              <a:ext uri="{FF2B5EF4-FFF2-40B4-BE49-F238E27FC236}">
                <a16:creationId xmlns:a16="http://schemas.microsoft.com/office/drawing/2014/main" id="{5D92003D-535B-4668-9CCA-77F9A57263C5}"/>
              </a:ext>
            </a:extLst>
          </p:cNvPr>
          <p:cNvSpPr/>
          <p:nvPr/>
        </p:nvSpPr>
        <p:spPr>
          <a:xfrm rot="5400000">
            <a:off x="-7889300" y="-3068181"/>
            <a:ext cx="736600" cy="15042000"/>
          </a:xfrm>
          <a:prstGeom prst="rect">
            <a:avLst/>
          </a:prstGeom>
          <a:solidFill>
            <a:srgbClr val="FF81A5"/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DD27001A-6518-423D-AFBA-A73FA25AE303}"/>
              </a:ext>
            </a:extLst>
          </p:cNvPr>
          <p:cNvSpPr/>
          <p:nvPr/>
        </p:nvSpPr>
        <p:spPr>
          <a:xfrm>
            <a:off x="-239100" y="-3961076"/>
            <a:ext cx="12431100" cy="10952425"/>
          </a:xfrm>
          <a:prstGeom prst="rect">
            <a:avLst/>
          </a:prstGeom>
          <a:solidFill>
            <a:srgbClr val="FF92B2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F9A95CB0-7200-4DB2-B636-20E85FEAE70A}"/>
              </a:ext>
            </a:extLst>
          </p:cNvPr>
          <p:cNvSpPr/>
          <p:nvPr/>
        </p:nvSpPr>
        <p:spPr>
          <a:xfrm>
            <a:off x="34752" y="-3412631"/>
            <a:ext cx="9309357" cy="927569"/>
          </a:xfrm>
          <a:prstGeom prst="roundRect">
            <a:avLst/>
          </a:prstGeom>
          <a:solidFill>
            <a:schemeClr val="bg1">
              <a:alpha val="94000"/>
            </a:schemeClr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Téglalap: lekerekített 13">
            <a:extLst>
              <a:ext uri="{FF2B5EF4-FFF2-40B4-BE49-F238E27FC236}">
                <a16:creationId xmlns:a16="http://schemas.microsoft.com/office/drawing/2014/main" id="{4D8BC4E4-7E62-41E1-A55B-5B0FE1A98923}"/>
              </a:ext>
            </a:extLst>
          </p:cNvPr>
          <p:cNvSpPr/>
          <p:nvPr/>
        </p:nvSpPr>
        <p:spPr>
          <a:xfrm>
            <a:off x="93860" y="-2514224"/>
            <a:ext cx="8988474" cy="927569"/>
          </a:xfrm>
          <a:prstGeom prst="roundRect">
            <a:avLst/>
          </a:prstGeom>
          <a:solidFill>
            <a:schemeClr val="bg1">
              <a:alpha val="94000"/>
            </a:schemeClr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Téglalap: lekerekített 14">
            <a:extLst>
              <a:ext uri="{FF2B5EF4-FFF2-40B4-BE49-F238E27FC236}">
                <a16:creationId xmlns:a16="http://schemas.microsoft.com/office/drawing/2014/main" id="{55702588-1D21-4818-8EB5-254741F5DEDD}"/>
              </a:ext>
            </a:extLst>
          </p:cNvPr>
          <p:cNvSpPr/>
          <p:nvPr/>
        </p:nvSpPr>
        <p:spPr>
          <a:xfrm>
            <a:off x="280993" y="-1658266"/>
            <a:ext cx="8047535" cy="927569"/>
          </a:xfrm>
          <a:prstGeom prst="roundRect">
            <a:avLst/>
          </a:prstGeom>
          <a:solidFill>
            <a:schemeClr val="bg1">
              <a:alpha val="94000"/>
            </a:schemeClr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CC15B750-427B-4797-B714-9669273F43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  <a14:imgEffect>
                      <a14:colorTemperature colorTemp="7000"/>
                    </a14:imgEffect>
                    <a14:imgEffect>
                      <a14:saturation sat="40000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5288" y="0"/>
            <a:ext cx="1948857" cy="1948857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52006D1B-CD96-46CE-B33A-5B096E7DF5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60" y="124201"/>
            <a:ext cx="2082990" cy="115229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isometricOffAxis1Right"/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39" name="Kép 38">
            <a:extLst>
              <a:ext uri="{FF2B5EF4-FFF2-40B4-BE49-F238E27FC236}">
                <a16:creationId xmlns:a16="http://schemas.microsoft.com/office/drawing/2014/main" id="{C322EB96-C935-4FF5-8DBC-1E4F9472C0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6667" y="7420746"/>
            <a:ext cx="6563722" cy="36344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scene3d>
            <a:camera prst="perspectiveAbove"/>
            <a:lightRig rig="threePt" dir="t"/>
          </a:scene3d>
        </p:spPr>
      </p:pic>
      <p:pic>
        <p:nvPicPr>
          <p:cNvPr id="24" name="Kép 23">
            <a:extLst>
              <a:ext uri="{FF2B5EF4-FFF2-40B4-BE49-F238E27FC236}">
                <a16:creationId xmlns:a16="http://schemas.microsoft.com/office/drawing/2014/main" id="{649AFEF1-ABD7-49FF-9B4F-654301C85E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8150" y="1276493"/>
            <a:ext cx="6753071" cy="48611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scene3d>
            <a:camera prst="perspectiveRight"/>
            <a:lightRig rig="threePt" dir="t"/>
          </a:scene3d>
        </p:spPr>
      </p:pic>
      <p:sp>
        <p:nvSpPr>
          <p:cNvPr id="28" name="Rectangle 2">
            <a:extLst>
              <a:ext uri="{FF2B5EF4-FFF2-40B4-BE49-F238E27FC236}">
                <a16:creationId xmlns:a16="http://schemas.microsoft.com/office/drawing/2014/main" id="{DB5023FA-6174-414A-B6C9-34C848D0C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11125" y="2028256"/>
            <a:ext cx="432713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hu-HU" altLang="hu-H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Kategória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hu-HU" altLang="hu-H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 létrehozása (italok)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hu-HU" altLang="hu-HU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hu-HU" altLang="hu-HU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hu-HU" altLang="hu-HU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hu-HU" altLang="hu-HU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11466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églalap 10">
            <a:extLst>
              <a:ext uri="{FF2B5EF4-FFF2-40B4-BE49-F238E27FC236}">
                <a16:creationId xmlns:a16="http://schemas.microsoft.com/office/drawing/2014/main" id="{58ABD1D0-F413-4653-B4B6-3572A5D29488}"/>
              </a:ext>
            </a:extLst>
          </p:cNvPr>
          <p:cNvSpPr/>
          <p:nvPr/>
        </p:nvSpPr>
        <p:spPr>
          <a:xfrm rot="5400000">
            <a:off x="-10950000" y="-4092000"/>
            <a:ext cx="6858000" cy="15042000"/>
          </a:xfrm>
          <a:prstGeom prst="rect">
            <a:avLst/>
          </a:prstGeom>
          <a:solidFill>
            <a:srgbClr val="FFB7CC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Téglalap 17">
            <a:extLst>
              <a:ext uri="{FF2B5EF4-FFF2-40B4-BE49-F238E27FC236}">
                <a16:creationId xmlns:a16="http://schemas.microsoft.com/office/drawing/2014/main" id="{88244300-30FC-40B8-B0BF-CE6CF7153A79}"/>
              </a:ext>
            </a:extLst>
          </p:cNvPr>
          <p:cNvSpPr/>
          <p:nvPr/>
        </p:nvSpPr>
        <p:spPr>
          <a:xfrm rot="5400000">
            <a:off x="-7889300" y="-5492744"/>
            <a:ext cx="736600" cy="15042000"/>
          </a:xfrm>
          <a:prstGeom prst="rect">
            <a:avLst/>
          </a:prstGeom>
          <a:solidFill>
            <a:srgbClr val="FF81A5"/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Téglalap 19">
            <a:extLst>
              <a:ext uri="{FF2B5EF4-FFF2-40B4-BE49-F238E27FC236}">
                <a16:creationId xmlns:a16="http://schemas.microsoft.com/office/drawing/2014/main" id="{5D92003D-535B-4668-9CCA-77F9A57263C5}"/>
              </a:ext>
            </a:extLst>
          </p:cNvPr>
          <p:cNvSpPr/>
          <p:nvPr/>
        </p:nvSpPr>
        <p:spPr>
          <a:xfrm rot="5400000">
            <a:off x="-7889300" y="-3068181"/>
            <a:ext cx="736600" cy="15042000"/>
          </a:xfrm>
          <a:prstGeom prst="rect">
            <a:avLst/>
          </a:prstGeom>
          <a:solidFill>
            <a:srgbClr val="FF81A5"/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DD27001A-6518-423D-AFBA-A73FA25AE303}"/>
              </a:ext>
            </a:extLst>
          </p:cNvPr>
          <p:cNvSpPr/>
          <p:nvPr/>
        </p:nvSpPr>
        <p:spPr>
          <a:xfrm>
            <a:off x="-239100" y="-3961076"/>
            <a:ext cx="12431100" cy="10874029"/>
          </a:xfrm>
          <a:prstGeom prst="rect">
            <a:avLst/>
          </a:prstGeom>
          <a:solidFill>
            <a:srgbClr val="FF92B2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F9A95CB0-7200-4DB2-B636-20E85FEAE70A}"/>
              </a:ext>
            </a:extLst>
          </p:cNvPr>
          <p:cNvSpPr/>
          <p:nvPr/>
        </p:nvSpPr>
        <p:spPr>
          <a:xfrm>
            <a:off x="34752" y="-3412631"/>
            <a:ext cx="9309357" cy="927569"/>
          </a:xfrm>
          <a:prstGeom prst="roundRect">
            <a:avLst/>
          </a:prstGeom>
          <a:solidFill>
            <a:schemeClr val="bg1">
              <a:alpha val="94000"/>
            </a:schemeClr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Téglalap: lekerekített 13">
            <a:extLst>
              <a:ext uri="{FF2B5EF4-FFF2-40B4-BE49-F238E27FC236}">
                <a16:creationId xmlns:a16="http://schemas.microsoft.com/office/drawing/2014/main" id="{4D8BC4E4-7E62-41E1-A55B-5B0FE1A98923}"/>
              </a:ext>
            </a:extLst>
          </p:cNvPr>
          <p:cNvSpPr/>
          <p:nvPr/>
        </p:nvSpPr>
        <p:spPr>
          <a:xfrm>
            <a:off x="93860" y="-2514224"/>
            <a:ext cx="8988474" cy="927569"/>
          </a:xfrm>
          <a:prstGeom prst="roundRect">
            <a:avLst/>
          </a:prstGeom>
          <a:solidFill>
            <a:schemeClr val="bg1">
              <a:alpha val="94000"/>
            </a:schemeClr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Téglalap: lekerekített 14">
            <a:extLst>
              <a:ext uri="{FF2B5EF4-FFF2-40B4-BE49-F238E27FC236}">
                <a16:creationId xmlns:a16="http://schemas.microsoft.com/office/drawing/2014/main" id="{55702588-1D21-4818-8EB5-254741F5DEDD}"/>
              </a:ext>
            </a:extLst>
          </p:cNvPr>
          <p:cNvSpPr/>
          <p:nvPr/>
        </p:nvSpPr>
        <p:spPr>
          <a:xfrm>
            <a:off x="280993" y="-1658266"/>
            <a:ext cx="8047535" cy="927569"/>
          </a:xfrm>
          <a:prstGeom prst="roundRect">
            <a:avLst/>
          </a:prstGeom>
          <a:solidFill>
            <a:schemeClr val="bg1">
              <a:alpha val="94000"/>
            </a:schemeClr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CC15B750-427B-4797-B714-9669273F43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  <a14:imgEffect>
                      <a14:colorTemperature colorTemp="7000"/>
                    </a14:imgEffect>
                    <a14:imgEffect>
                      <a14:saturation sat="40000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5288" y="0"/>
            <a:ext cx="1948857" cy="1948857"/>
          </a:xfrm>
          <a:prstGeom prst="rect">
            <a:avLst/>
          </a:prstGeom>
        </p:spPr>
      </p:pic>
      <p:pic>
        <p:nvPicPr>
          <p:cNvPr id="13" name="Kép 12">
            <a:extLst>
              <a:ext uri="{FF2B5EF4-FFF2-40B4-BE49-F238E27FC236}">
                <a16:creationId xmlns:a16="http://schemas.microsoft.com/office/drawing/2014/main" id="{74707BE0-7076-48E9-BCBA-0D24EC5D12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2025" y="306245"/>
            <a:ext cx="2082990" cy="115229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52006D1B-CD96-46CE-B33A-5B096E7DF5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4654" y="2536372"/>
            <a:ext cx="2082990" cy="115229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467785DB-C44B-4B20-84A1-B34E54ECDE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7108" y="5084922"/>
            <a:ext cx="2082990" cy="115693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7" name="Kép 16">
            <a:extLst>
              <a:ext uri="{FF2B5EF4-FFF2-40B4-BE49-F238E27FC236}">
                <a16:creationId xmlns:a16="http://schemas.microsoft.com/office/drawing/2014/main" id="{A1F7AC29-F607-4487-8459-3911997731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8129" y="3927986"/>
            <a:ext cx="2082990" cy="115693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22" name="Kép 21">
            <a:extLst>
              <a:ext uri="{FF2B5EF4-FFF2-40B4-BE49-F238E27FC236}">
                <a16:creationId xmlns:a16="http://schemas.microsoft.com/office/drawing/2014/main" id="{A3F73592-3BDD-4BCE-BA89-1F3D33D5FE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61119" y="1017962"/>
            <a:ext cx="2082990" cy="115693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cxnSp>
        <p:nvCxnSpPr>
          <p:cNvPr id="6" name="Egyenes összekötő nyíllal 5">
            <a:extLst>
              <a:ext uri="{FF2B5EF4-FFF2-40B4-BE49-F238E27FC236}">
                <a16:creationId xmlns:a16="http://schemas.microsoft.com/office/drawing/2014/main" id="{BBB7127C-A010-4D19-B42E-A203E166618C}"/>
              </a:ext>
            </a:extLst>
          </p:cNvPr>
          <p:cNvCxnSpPr>
            <a:cxnSpLocks/>
          </p:cNvCxnSpPr>
          <p:nvPr/>
        </p:nvCxnSpPr>
        <p:spPr>
          <a:xfrm flipH="1">
            <a:off x="2208603" y="1331614"/>
            <a:ext cx="372425" cy="3997127"/>
          </a:xfrm>
          <a:prstGeom prst="straightConnector1">
            <a:avLst/>
          </a:prstGeom>
          <a:ln w="76200">
            <a:solidFill>
              <a:srgbClr val="FF2D69"/>
            </a:solidFill>
            <a:tailEnd type="triangle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gyenes összekötő nyíllal 18">
            <a:extLst>
              <a:ext uri="{FF2B5EF4-FFF2-40B4-BE49-F238E27FC236}">
                <a16:creationId xmlns:a16="http://schemas.microsoft.com/office/drawing/2014/main" id="{92E5C555-DD80-4A46-81AD-6D11C0DFBB69}"/>
              </a:ext>
            </a:extLst>
          </p:cNvPr>
          <p:cNvCxnSpPr>
            <a:cxnSpLocks/>
          </p:cNvCxnSpPr>
          <p:nvPr/>
        </p:nvCxnSpPr>
        <p:spPr>
          <a:xfrm flipV="1">
            <a:off x="2651872" y="3572142"/>
            <a:ext cx="1131022" cy="1740180"/>
          </a:xfrm>
          <a:prstGeom prst="straightConnector1">
            <a:avLst/>
          </a:prstGeom>
          <a:ln w="76200">
            <a:solidFill>
              <a:srgbClr val="FF2D69"/>
            </a:solidFill>
            <a:tailEnd type="triangle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gyenes összekötő nyíllal 22">
            <a:extLst>
              <a:ext uri="{FF2B5EF4-FFF2-40B4-BE49-F238E27FC236}">
                <a16:creationId xmlns:a16="http://schemas.microsoft.com/office/drawing/2014/main" id="{EA58D040-9CA0-484F-8A0B-8CD371AFF2BB}"/>
              </a:ext>
            </a:extLst>
          </p:cNvPr>
          <p:cNvCxnSpPr>
            <a:cxnSpLocks/>
          </p:cNvCxnSpPr>
          <p:nvPr/>
        </p:nvCxnSpPr>
        <p:spPr>
          <a:xfrm flipV="1">
            <a:off x="5137644" y="1873920"/>
            <a:ext cx="2123475" cy="963284"/>
          </a:xfrm>
          <a:prstGeom prst="straightConnector1">
            <a:avLst/>
          </a:prstGeom>
          <a:ln w="76200">
            <a:solidFill>
              <a:srgbClr val="FF2D69"/>
            </a:solidFill>
            <a:tailEnd type="triangle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gyenes összekötő nyíllal 26">
            <a:extLst>
              <a:ext uri="{FF2B5EF4-FFF2-40B4-BE49-F238E27FC236}">
                <a16:creationId xmlns:a16="http://schemas.microsoft.com/office/drawing/2014/main" id="{939E9FB0-B0EC-4747-B322-BE0458B0E61C}"/>
              </a:ext>
            </a:extLst>
          </p:cNvPr>
          <p:cNvCxnSpPr>
            <a:cxnSpLocks/>
          </p:cNvCxnSpPr>
          <p:nvPr/>
        </p:nvCxnSpPr>
        <p:spPr>
          <a:xfrm flipH="1">
            <a:off x="6494804" y="2024410"/>
            <a:ext cx="1108281" cy="2060109"/>
          </a:xfrm>
          <a:prstGeom prst="straightConnector1">
            <a:avLst/>
          </a:prstGeom>
          <a:ln w="76200">
            <a:solidFill>
              <a:srgbClr val="FF2D69"/>
            </a:solidFill>
            <a:tailEnd type="triangle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Kép 38">
            <a:extLst>
              <a:ext uri="{FF2B5EF4-FFF2-40B4-BE49-F238E27FC236}">
                <a16:creationId xmlns:a16="http://schemas.microsoft.com/office/drawing/2014/main" id="{C322EB96-C935-4FF5-8DBC-1E4F9472C05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46667" y="7420746"/>
            <a:ext cx="6563722" cy="36344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scene3d>
            <a:camera prst="perspectiveAbove"/>
            <a:lightRig rig="threePt" dir="t"/>
          </a:scene3d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D1E08C33-8373-4146-B849-13BBDA27C5C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89430" y="7475700"/>
            <a:ext cx="6095155" cy="438758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scene3d>
            <a:camera prst="perspectiveRight"/>
            <a:lightRig rig="threePt" dir="t"/>
          </a:scene3d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D97D2A64-2F39-4466-9111-66AD00B3F26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80918" y="7420746"/>
            <a:ext cx="7044334" cy="524970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scene3d>
            <a:camera prst="perspectiveContrastingRightFacing"/>
            <a:lightRig rig="threePt" dir="t"/>
          </a:scene3d>
        </p:spPr>
      </p:pic>
      <p:pic>
        <p:nvPicPr>
          <p:cNvPr id="24" name="Kép 23">
            <a:extLst>
              <a:ext uri="{FF2B5EF4-FFF2-40B4-BE49-F238E27FC236}">
                <a16:creationId xmlns:a16="http://schemas.microsoft.com/office/drawing/2014/main" id="{B5E7F738-BFD0-4587-B3EE-FDAEFD300B5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26759" y="7372765"/>
            <a:ext cx="6657198" cy="52702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scene3d>
            <a:camera prst="isometricOffAxis2Left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11857720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églalap 10">
            <a:extLst>
              <a:ext uri="{FF2B5EF4-FFF2-40B4-BE49-F238E27FC236}">
                <a16:creationId xmlns:a16="http://schemas.microsoft.com/office/drawing/2014/main" id="{58ABD1D0-F413-4653-B4B6-3572A5D29488}"/>
              </a:ext>
            </a:extLst>
          </p:cNvPr>
          <p:cNvSpPr/>
          <p:nvPr/>
        </p:nvSpPr>
        <p:spPr>
          <a:xfrm rot="5400000">
            <a:off x="-10950000" y="-4092000"/>
            <a:ext cx="6858000" cy="15042000"/>
          </a:xfrm>
          <a:prstGeom prst="rect">
            <a:avLst/>
          </a:prstGeom>
          <a:solidFill>
            <a:srgbClr val="FFB7CC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Téglalap 17">
            <a:extLst>
              <a:ext uri="{FF2B5EF4-FFF2-40B4-BE49-F238E27FC236}">
                <a16:creationId xmlns:a16="http://schemas.microsoft.com/office/drawing/2014/main" id="{88244300-30FC-40B8-B0BF-CE6CF7153A79}"/>
              </a:ext>
            </a:extLst>
          </p:cNvPr>
          <p:cNvSpPr/>
          <p:nvPr/>
        </p:nvSpPr>
        <p:spPr>
          <a:xfrm rot="5400000">
            <a:off x="-7889300" y="-5492744"/>
            <a:ext cx="736600" cy="15042000"/>
          </a:xfrm>
          <a:prstGeom prst="rect">
            <a:avLst/>
          </a:prstGeom>
          <a:solidFill>
            <a:srgbClr val="FF81A5"/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Téglalap 19">
            <a:extLst>
              <a:ext uri="{FF2B5EF4-FFF2-40B4-BE49-F238E27FC236}">
                <a16:creationId xmlns:a16="http://schemas.microsoft.com/office/drawing/2014/main" id="{5D92003D-535B-4668-9CCA-77F9A57263C5}"/>
              </a:ext>
            </a:extLst>
          </p:cNvPr>
          <p:cNvSpPr/>
          <p:nvPr/>
        </p:nvSpPr>
        <p:spPr>
          <a:xfrm rot="5400000">
            <a:off x="-7889300" y="-3068181"/>
            <a:ext cx="736600" cy="15042000"/>
          </a:xfrm>
          <a:prstGeom prst="rect">
            <a:avLst/>
          </a:prstGeom>
          <a:solidFill>
            <a:srgbClr val="FF81A5"/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DD27001A-6518-423D-AFBA-A73FA25AE303}"/>
              </a:ext>
            </a:extLst>
          </p:cNvPr>
          <p:cNvSpPr/>
          <p:nvPr/>
        </p:nvSpPr>
        <p:spPr>
          <a:xfrm>
            <a:off x="-239100" y="-3961076"/>
            <a:ext cx="12431100" cy="10874029"/>
          </a:xfrm>
          <a:prstGeom prst="rect">
            <a:avLst/>
          </a:prstGeom>
          <a:solidFill>
            <a:srgbClr val="FF92B2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F9A95CB0-7200-4DB2-B636-20E85FEAE70A}"/>
              </a:ext>
            </a:extLst>
          </p:cNvPr>
          <p:cNvSpPr/>
          <p:nvPr/>
        </p:nvSpPr>
        <p:spPr>
          <a:xfrm>
            <a:off x="34752" y="-3412631"/>
            <a:ext cx="9309357" cy="927569"/>
          </a:xfrm>
          <a:prstGeom prst="roundRect">
            <a:avLst/>
          </a:prstGeom>
          <a:solidFill>
            <a:schemeClr val="bg1">
              <a:alpha val="94000"/>
            </a:schemeClr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Téglalap: lekerekített 13">
            <a:extLst>
              <a:ext uri="{FF2B5EF4-FFF2-40B4-BE49-F238E27FC236}">
                <a16:creationId xmlns:a16="http://schemas.microsoft.com/office/drawing/2014/main" id="{4D8BC4E4-7E62-41E1-A55B-5B0FE1A98923}"/>
              </a:ext>
            </a:extLst>
          </p:cNvPr>
          <p:cNvSpPr/>
          <p:nvPr/>
        </p:nvSpPr>
        <p:spPr>
          <a:xfrm>
            <a:off x="93860" y="-2514224"/>
            <a:ext cx="8988474" cy="927569"/>
          </a:xfrm>
          <a:prstGeom prst="roundRect">
            <a:avLst/>
          </a:prstGeom>
          <a:solidFill>
            <a:schemeClr val="bg1">
              <a:alpha val="94000"/>
            </a:schemeClr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Téglalap: lekerekített 14">
            <a:extLst>
              <a:ext uri="{FF2B5EF4-FFF2-40B4-BE49-F238E27FC236}">
                <a16:creationId xmlns:a16="http://schemas.microsoft.com/office/drawing/2014/main" id="{55702588-1D21-4818-8EB5-254741F5DEDD}"/>
              </a:ext>
            </a:extLst>
          </p:cNvPr>
          <p:cNvSpPr/>
          <p:nvPr/>
        </p:nvSpPr>
        <p:spPr>
          <a:xfrm>
            <a:off x="280993" y="-1658266"/>
            <a:ext cx="8047535" cy="927569"/>
          </a:xfrm>
          <a:prstGeom prst="roundRect">
            <a:avLst/>
          </a:prstGeom>
          <a:solidFill>
            <a:schemeClr val="bg1">
              <a:alpha val="94000"/>
            </a:schemeClr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CC15B750-427B-4797-B714-9669273F43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  <a14:imgEffect>
                      <a14:colorTemperature colorTemp="7000"/>
                    </a14:imgEffect>
                    <a14:imgEffect>
                      <a14:saturation sat="40000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5288" y="0"/>
            <a:ext cx="1948857" cy="1948857"/>
          </a:xfrm>
          <a:prstGeom prst="rect">
            <a:avLst/>
          </a:prstGeom>
        </p:spPr>
      </p:pic>
      <p:pic>
        <p:nvPicPr>
          <p:cNvPr id="22" name="Kép 21">
            <a:extLst>
              <a:ext uri="{FF2B5EF4-FFF2-40B4-BE49-F238E27FC236}">
                <a16:creationId xmlns:a16="http://schemas.microsoft.com/office/drawing/2014/main" id="{A3F73592-3BDD-4BCE-BA89-1F3D33D5FE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19001"/>
            <a:ext cx="2082990" cy="115693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isometricOffAxis1Right"/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39" name="Kép 38">
            <a:extLst>
              <a:ext uri="{FF2B5EF4-FFF2-40B4-BE49-F238E27FC236}">
                <a16:creationId xmlns:a16="http://schemas.microsoft.com/office/drawing/2014/main" id="{C322EB96-C935-4FF5-8DBC-1E4F9472C0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6667" y="7420746"/>
            <a:ext cx="6563722" cy="36344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scene3d>
            <a:camera prst="perspectiveAbove"/>
            <a:lightRig rig="threePt" dir="t"/>
          </a:scene3d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D1E08C33-8373-4146-B849-13BBDA27C5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5234" y="7426733"/>
            <a:ext cx="6095155" cy="438758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scene3d>
            <a:camera prst="perspectiveRight"/>
            <a:lightRig rig="threePt" dir="t"/>
          </a:scene3d>
        </p:spPr>
      </p:pic>
      <p:sp>
        <p:nvSpPr>
          <p:cNvPr id="7" name="Téglalap 6">
            <a:extLst>
              <a:ext uri="{FF2B5EF4-FFF2-40B4-BE49-F238E27FC236}">
                <a16:creationId xmlns:a16="http://schemas.microsoft.com/office/drawing/2014/main" id="{CDC60CED-8E9E-46D8-9D72-B9709ED1CFCE}"/>
              </a:ext>
            </a:extLst>
          </p:cNvPr>
          <p:cNvSpPr/>
          <p:nvPr/>
        </p:nvSpPr>
        <p:spPr>
          <a:xfrm>
            <a:off x="0" y="2153161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altLang="hu-H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Kategória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altLang="hu-H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 létrehozása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altLang="hu-H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(desszert)</a:t>
            </a:r>
            <a:endParaRPr lang="hu-HU" sz="3200" dirty="0"/>
          </a:p>
        </p:txBody>
      </p:sp>
      <p:pic>
        <p:nvPicPr>
          <p:cNvPr id="28" name="Kép 27">
            <a:extLst>
              <a:ext uri="{FF2B5EF4-FFF2-40B4-BE49-F238E27FC236}">
                <a16:creationId xmlns:a16="http://schemas.microsoft.com/office/drawing/2014/main" id="{8EE1854D-8E84-4751-B5A3-119571D4DE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4760" y="855960"/>
            <a:ext cx="6657198" cy="52702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scene3d>
            <a:camera prst="isometricOffAxis2Left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37742289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églalap 10">
            <a:extLst>
              <a:ext uri="{FF2B5EF4-FFF2-40B4-BE49-F238E27FC236}">
                <a16:creationId xmlns:a16="http://schemas.microsoft.com/office/drawing/2014/main" id="{58ABD1D0-F413-4653-B4B6-3572A5D29488}"/>
              </a:ext>
            </a:extLst>
          </p:cNvPr>
          <p:cNvSpPr/>
          <p:nvPr/>
        </p:nvSpPr>
        <p:spPr>
          <a:xfrm rot="5400000">
            <a:off x="-10950000" y="-4092000"/>
            <a:ext cx="6858000" cy="15042000"/>
          </a:xfrm>
          <a:prstGeom prst="rect">
            <a:avLst/>
          </a:prstGeom>
          <a:solidFill>
            <a:srgbClr val="FFB7CC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Téglalap 17">
            <a:extLst>
              <a:ext uri="{FF2B5EF4-FFF2-40B4-BE49-F238E27FC236}">
                <a16:creationId xmlns:a16="http://schemas.microsoft.com/office/drawing/2014/main" id="{88244300-30FC-40B8-B0BF-CE6CF7153A79}"/>
              </a:ext>
            </a:extLst>
          </p:cNvPr>
          <p:cNvSpPr/>
          <p:nvPr/>
        </p:nvSpPr>
        <p:spPr>
          <a:xfrm rot="5400000">
            <a:off x="-7889300" y="-5492744"/>
            <a:ext cx="736600" cy="15042000"/>
          </a:xfrm>
          <a:prstGeom prst="rect">
            <a:avLst/>
          </a:prstGeom>
          <a:solidFill>
            <a:srgbClr val="FF81A5"/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Téglalap 19">
            <a:extLst>
              <a:ext uri="{FF2B5EF4-FFF2-40B4-BE49-F238E27FC236}">
                <a16:creationId xmlns:a16="http://schemas.microsoft.com/office/drawing/2014/main" id="{5D92003D-535B-4668-9CCA-77F9A57263C5}"/>
              </a:ext>
            </a:extLst>
          </p:cNvPr>
          <p:cNvSpPr/>
          <p:nvPr/>
        </p:nvSpPr>
        <p:spPr>
          <a:xfrm rot="5400000">
            <a:off x="-7889300" y="-3068181"/>
            <a:ext cx="736600" cy="15042000"/>
          </a:xfrm>
          <a:prstGeom prst="rect">
            <a:avLst/>
          </a:prstGeom>
          <a:solidFill>
            <a:srgbClr val="FF81A5"/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DD27001A-6518-423D-AFBA-A73FA25AE303}"/>
              </a:ext>
            </a:extLst>
          </p:cNvPr>
          <p:cNvSpPr/>
          <p:nvPr/>
        </p:nvSpPr>
        <p:spPr>
          <a:xfrm>
            <a:off x="-239100" y="-3961076"/>
            <a:ext cx="12431100" cy="10874029"/>
          </a:xfrm>
          <a:prstGeom prst="rect">
            <a:avLst/>
          </a:prstGeom>
          <a:solidFill>
            <a:srgbClr val="FF92B2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F9A95CB0-7200-4DB2-B636-20E85FEAE70A}"/>
              </a:ext>
            </a:extLst>
          </p:cNvPr>
          <p:cNvSpPr/>
          <p:nvPr/>
        </p:nvSpPr>
        <p:spPr>
          <a:xfrm>
            <a:off x="34752" y="-3412631"/>
            <a:ext cx="9309357" cy="927569"/>
          </a:xfrm>
          <a:prstGeom prst="roundRect">
            <a:avLst/>
          </a:prstGeom>
          <a:solidFill>
            <a:schemeClr val="bg1">
              <a:alpha val="94000"/>
            </a:schemeClr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Téglalap: lekerekített 13">
            <a:extLst>
              <a:ext uri="{FF2B5EF4-FFF2-40B4-BE49-F238E27FC236}">
                <a16:creationId xmlns:a16="http://schemas.microsoft.com/office/drawing/2014/main" id="{4D8BC4E4-7E62-41E1-A55B-5B0FE1A98923}"/>
              </a:ext>
            </a:extLst>
          </p:cNvPr>
          <p:cNvSpPr/>
          <p:nvPr/>
        </p:nvSpPr>
        <p:spPr>
          <a:xfrm>
            <a:off x="93860" y="-2514224"/>
            <a:ext cx="8988474" cy="927569"/>
          </a:xfrm>
          <a:prstGeom prst="roundRect">
            <a:avLst/>
          </a:prstGeom>
          <a:solidFill>
            <a:schemeClr val="bg1">
              <a:alpha val="94000"/>
            </a:schemeClr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Téglalap: lekerekített 14">
            <a:extLst>
              <a:ext uri="{FF2B5EF4-FFF2-40B4-BE49-F238E27FC236}">
                <a16:creationId xmlns:a16="http://schemas.microsoft.com/office/drawing/2014/main" id="{55702588-1D21-4818-8EB5-254741F5DEDD}"/>
              </a:ext>
            </a:extLst>
          </p:cNvPr>
          <p:cNvSpPr/>
          <p:nvPr/>
        </p:nvSpPr>
        <p:spPr>
          <a:xfrm>
            <a:off x="280993" y="-1658266"/>
            <a:ext cx="8047535" cy="927569"/>
          </a:xfrm>
          <a:prstGeom prst="roundRect">
            <a:avLst/>
          </a:prstGeom>
          <a:solidFill>
            <a:schemeClr val="bg1">
              <a:alpha val="94000"/>
            </a:schemeClr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CC15B750-427B-4797-B714-9669273F43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  <a14:imgEffect>
                      <a14:colorTemperature colorTemp="7000"/>
                    </a14:imgEffect>
                    <a14:imgEffect>
                      <a14:saturation sat="40000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5288" y="0"/>
            <a:ext cx="1948857" cy="1948857"/>
          </a:xfrm>
          <a:prstGeom prst="rect">
            <a:avLst/>
          </a:prstGeom>
        </p:spPr>
      </p:pic>
      <p:pic>
        <p:nvPicPr>
          <p:cNvPr id="13" name="Kép 12">
            <a:extLst>
              <a:ext uri="{FF2B5EF4-FFF2-40B4-BE49-F238E27FC236}">
                <a16:creationId xmlns:a16="http://schemas.microsoft.com/office/drawing/2014/main" id="{74707BE0-7076-48E9-BCBA-0D24EC5D12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2025" y="306245"/>
            <a:ext cx="2082990" cy="115229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52006D1B-CD96-46CE-B33A-5B096E7DF5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4654" y="2536372"/>
            <a:ext cx="2082990" cy="115229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467785DB-C44B-4B20-84A1-B34E54ECDE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7108" y="5084922"/>
            <a:ext cx="2082990" cy="115693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7" name="Kép 16">
            <a:extLst>
              <a:ext uri="{FF2B5EF4-FFF2-40B4-BE49-F238E27FC236}">
                <a16:creationId xmlns:a16="http://schemas.microsoft.com/office/drawing/2014/main" id="{A1F7AC29-F607-4487-8459-3911997731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8129" y="3927986"/>
            <a:ext cx="2082990" cy="115693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22" name="Kép 21">
            <a:extLst>
              <a:ext uri="{FF2B5EF4-FFF2-40B4-BE49-F238E27FC236}">
                <a16:creationId xmlns:a16="http://schemas.microsoft.com/office/drawing/2014/main" id="{A3F73592-3BDD-4BCE-BA89-1F3D33D5FE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61119" y="1017962"/>
            <a:ext cx="2082990" cy="115693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cxnSp>
        <p:nvCxnSpPr>
          <p:cNvPr id="6" name="Egyenes összekötő nyíllal 5">
            <a:extLst>
              <a:ext uri="{FF2B5EF4-FFF2-40B4-BE49-F238E27FC236}">
                <a16:creationId xmlns:a16="http://schemas.microsoft.com/office/drawing/2014/main" id="{BBB7127C-A010-4D19-B42E-A203E166618C}"/>
              </a:ext>
            </a:extLst>
          </p:cNvPr>
          <p:cNvCxnSpPr>
            <a:cxnSpLocks/>
          </p:cNvCxnSpPr>
          <p:nvPr/>
        </p:nvCxnSpPr>
        <p:spPr>
          <a:xfrm flipH="1">
            <a:off x="2208603" y="1331614"/>
            <a:ext cx="372425" cy="3997127"/>
          </a:xfrm>
          <a:prstGeom prst="straightConnector1">
            <a:avLst/>
          </a:prstGeom>
          <a:ln w="76200">
            <a:solidFill>
              <a:srgbClr val="FF2D69"/>
            </a:solidFill>
            <a:tailEnd type="triangle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gyenes összekötő nyíllal 18">
            <a:extLst>
              <a:ext uri="{FF2B5EF4-FFF2-40B4-BE49-F238E27FC236}">
                <a16:creationId xmlns:a16="http://schemas.microsoft.com/office/drawing/2014/main" id="{92E5C555-DD80-4A46-81AD-6D11C0DFBB69}"/>
              </a:ext>
            </a:extLst>
          </p:cNvPr>
          <p:cNvCxnSpPr>
            <a:cxnSpLocks/>
          </p:cNvCxnSpPr>
          <p:nvPr/>
        </p:nvCxnSpPr>
        <p:spPr>
          <a:xfrm flipV="1">
            <a:off x="2651872" y="3572142"/>
            <a:ext cx="1131022" cy="1740180"/>
          </a:xfrm>
          <a:prstGeom prst="straightConnector1">
            <a:avLst/>
          </a:prstGeom>
          <a:ln w="76200">
            <a:solidFill>
              <a:srgbClr val="FF2D69"/>
            </a:solidFill>
            <a:tailEnd type="triangle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gyenes összekötő nyíllal 22">
            <a:extLst>
              <a:ext uri="{FF2B5EF4-FFF2-40B4-BE49-F238E27FC236}">
                <a16:creationId xmlns:a16="http://schemas.microsoft.com/office/drawing/2014/main" id="{EA58D040-9CA0-484F-8A0B-8CD371AFF2BB}"/>
              </a:ext>
            </a:extLst>
          </p:cNvPr>
          <p:cNvCxnSpPr>
            <a:cxnSpLocks/>
          </p:cNvCxnSpPr>
          <p:nvPr/>
        </p:nvCxnSpPr>
        <p:spPr>
          <a:xfrm flipV="1">
            <a:off x="5137644" y="1873920"/>
            <a:ext cx="2123475" cy="963284"/>
          </a:xfrm>
          <a:prstGeom prst="straightConnector1">
            <a:avLst/>
          </a:prstGeom>
          <a:ln w="76200">
            <a:solidFill>
              <a:srgbClr val="FF2D69"/>
            </a:solidFill>
            <a:tailEnd type="triangle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gyenes összekötő nyíllal 26">
            <a:extLst>
              <a:ext uri="{FF2B5EF4-FFF2-40B4-BE49-F238E27FC236}">
                <a16:creationId xmlns:a16="http://schemas.microsoft.com/office/drawing/2014/main" id="{939E9FB0-B0EC-4747-B322-BE0458B0E61C}"/>
              </a:ext>
            </a:extLst>
          </p:cNvPr>
          <p:cNvCxnSpPr>
            <a:cxnSpLocks/>
          </p:cNvCxnSpPr>
          <p:nvPr/>
        </p:nvCxnSpPr>
        <p:spPr>
          <a:xfrm flipH="1">
            <a:off x="6494804" y="2024410"/>
            <a:ext cx="1108281" cy="2060109"/>
          </a:xfrm>
          <a:prstGeom prst="straightConnector1">
            <a:avLst/>
          </a:prstGeom>
          <a:ln w="76200">
            <a:solidFill>
              <a:srgbClr val="FF2D69"/>
            </a:solidFill>
            <a:tailEnd type="triangle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Kép 38">
            <a:extLst>
              <a:ext uri="{FF2B5EF4-FFF2-40B4-BE49-F238E27FC236}">
                <a16:creationId xmlns:a16="http://schemas.microsoft.com/office/drawing/2014/main" id="{C322EB96-C935-4FF5-8DBC-1E4F9472C05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46667" y="7420746"/>
            <a:ext cx="6563722" cy="36344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scene3d>
            <a:camera prst="perspectiveAbove"/>
            <a:lightRig rig="threePt" dir="t"/>
          </a:scene3d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D1E08C33-8373-4146-B849-13BBDA27C5C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89430" y="7475700"/>
            <a:ext cx="6095155" cy="438758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scene3d>
            <a:camera prst="perspectiveRight"/>
            <a:lightRig rig="threePt" dir="t"/>
          </a:scene3d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D97D2A64-2F39-4466-9111-66AD00B3F26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80918" y="7420746"/>
            <a:ext cx="7044334" cy="524970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scene3d>
            <a:camera prst="perspectiveContrastingRightFacing"/>
            <a:lightRig rig="threePt" dir="t"/>
          </a:scene3d>
        </p:spPr>
      </p:pic>
      <p:pic>
        <p:nvPicPr>
          <p:cNvPr id="25" name="Kép 24">
            <a:extLst>
              <a:ext uri="{FF2B5EF4-FFF2-40B4-BE49-F238E27FC236}">
                <a16:creationId xmlns:a16="http://schemas.microsoft.com/office/drawing/2014/main" id="{77AE423F-B20D-430A-9834-996027D3920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33318" y="7573146"/>
            <a:ext cx="7044334" cy="524970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scene3d>
            <a:camera prst="perspectiveContrastingRightFacing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6727734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églalap 10">
            <a:extLst>
              <a:ext uri="{FF2B5EF4-FFF2-40B4-BE49-F238E27FC236}">
                <a16:creationId xmlns:a16="http://schemas.microsoft.com/office/drawing/2014/main" id="{58ABD1D0-F413-4653-B4B6-3572A5D29488}"/>
              </a:ext>
            </a:extLst>
          </p:cNvPr>
          <p:cNvSpPr/>
          <p:nvPr/>
        </p:nvSpPr>
        <p:spPr>
          <a:xfrm rot="5400000">
            <a:off x="-10950000" y="-4092000"/>
            <a:ext cx="6858000" cy="15042000"/>
          </a:xfrm>
          <a:prstGeom prst="rect">
            <a:avLst/>
          </a:prstGeom>
          <a:solidFill>
            <a:srgbClr val="FFB7CC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Téglalap 17">
            <a:extLst>
              <a:ext uri="{FF2B5EF4-FFF2-40B4-BE49-F238E27FC236}">
                <a16:creationId xmlns:a16="http://schemas.microsoft.com/office/drawing/2014/main" id="{88244300-30FC-40B8-B0BF-CE6CF7153A79}"/>
              </a:ext>
            </a:extLst>
          </p:cNvPr>
          <p:cNvSpPr/>
          <p:nvPr/>
        </p:nvSpPr>
        <p:spPr>
          <a:xfrm rot="5400000">
            <a:off x="-7889300" y="-5492744"/>
            <a:ext cx="736600" cy="15042000"/>
          </a:xfrm>
          <a:prstGeom prst="rect">
            <a:avLst/>
          </a:prstGeom>
          <a:solidFill>
            <a:srgbClr val="FF81A5"/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Téglalap 19">
            <a:extLst>
              <a:ext uri="{FF2B5EF4-FFF2-40B4-BE49-F238E27FC236}">
                <a16:creationId xmlns:a16="http://schemas.microsoft.com/office/drawing/2014/main" id="{5D92003D-535B-4668-9CCA-77F9A57263C5}"/>
              </a:ext>
            </a:extLst>
          </p:cNvPr>
          <p:cNvSpPr/>
          <p:nvPr/>
        </p:nvSpPr>
        <p:spPr>
          <a:xfrm rot="5400000">
            <a:off x="-7889300" y="-3068181"/>
            <a:ext cx="736600" cy="15042000"/>
          </a:xfrm>
          <a:prstGeom prst="rect">
            <a:avLst/>
          </a:prstGeom>
          <a:solidFill>
            <a:srgbClr val="FF81A5"/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DD27001A-6518-423D-AFBA-A73FA25AE303}"/>
              </a:ext>
            </a:extLst>
          </p:cNvPr>
          <p:cNvSpPr/>
          <p:nvPr/>
        </p:nvSpPr>
        <p:spPr>
          <a:xfrm>
            <a:off x="-239100" y="-3961076"/>
            <a:ext cx="12431100" cy="10874029"/>
          </a:xfrm>
          <a:prstGeom prst="rect">
            <a:avLst/>
          </a:prstGeom>
          <a:solidFill>
            <a:srgbClr val="FF92B2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F9A95CB0-7200-4DB2-B636-20E85FEAE70A}"/>
              </a:ext>
            </a:extLst>
          </p:cNvPr>
          <p:cNvSpPr/>
          <p:nvPr/>
        </p:nvSpPr>
        <p:spPr>
          <a:xfrm>
            <a:off x="34752" y="-3412631"/>
            <a:ext cx="9309357" cy="927569"/>
          </a:xfrm>
          <a:prstGeom prst="roundRect">
            <a:avLst/>
          </a:prstGeom>
          <a:solidFill>
            <a:schemeClr val="bg1">
              <a:alpha val="94000"/>
            </a:schemeClr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Téglalap: lekerekített 13">
            <a:extLst>
              <a:ext uri="{FF2B5EF4-FFF2-40B4-BE49-F238E27FC236}">
                <a16:creationId xmlns:a16="http://schemas.microsoft.com/office/drawing/2014/main" id="{4D8BC4E4-7E62-41E1-A55B-5B0FE1A98923}"/>
              </a:ext>
            </a:extLst>
          </p:cNvPr>
          <p:cNvSpPr/>
          <p:nvPr/>
        </p:nvSpPr>
        <p:spPr>
          <a:xfrm>
            <a:off x="93860" y="-2514224"/>
            <a:ext cx="8988474" cy="927569"/>
          </a:xfrm>
          <a:prstGeom prst="roundRect">
            <a:avLst/>
          </a:prstGeom>
          <a:solidFill>
            <a:schemeClr val="bg1">
              <a:alpha val="94000"/>
            </a:schemeClr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Téglalap: lekerekített 14">
            <a:extLst>
              <a:ext uri="{FF2B5EF4-FFF2-40B4-BE49-F238E27FC236}">
                <a16:creationId xmlns:a16="http://schemas.microsoft.com/office/drawing/2014/main" id="{55702588-1D21-4818-8EB5-254741F5DEDD}"/>
              </a:ext>
            </a:extLst>
          </p:cNvPr>
          <p:cNvSpPr/>
          <p:nvPr/>
        </p:nvSpPr>
        <p:spPr>
          <a:xfrm>
            <a:off x="280993" y="-1658266"/>
            <a:ext cx="8047535" cy="927569"/>
          </a:xfrm>
          <a:prstGeom prst="roundRect">
            <a:avLst/>
          </a:prstGeom>
          <a:solidFill>
            <a:schemeClr val="bg1">
              <a:alpha val="94000"/>
            </a:schemeClr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CC15B750-427B-4797-B714-9669273F43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  <a14:imgEffect>
                      <a14:colorTemperature colorTemp="7000"/>
                    </a14:imgEffect>
                    <a14:imgEffect>
                      <a14:saturation sat="40000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5288" y="0"/>
            <a:ext cx="1948857" cy="1948857"/>
          </a:xfrm>
          <a:prstGeom prst="rect">
            <a:avLst/>
          </a:prstGeom>
        </p:spPr>
      </p:pic>
      <p:pic>
        <p:nvPicPr>
          <p:cNvPr id="39" name="Kép 38">
            <a:extLst>
              <a:ext uri="{FF2B5EF4-FFF2-40B4-BE49-F238E27FC236}">
                <a16:creationId xmlns:a16="http://schemas.microsoft.com/office/drawing/2014/main" id="{C322EB96-C935-4FF5-8DBC-1E4F9472C0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6667" y="7420746"/>
            <a:ext cx="6563722" cy="36344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scene3d>
            <a:camera prst="perspectiveAbove"/>
            <a:lightRig rig="threePt" dir="t"/>
          </a:scene3d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D1E08C33-8373-4146-B849-13BBDA27C5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9430" y="7475700"/>
            <a:ext cx="6095155" cy="438758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scene3d>
            <a:camera prst="perspectiveRight"/>
            <a:lightRig rig="threePt" dir="t"/>
          </a:scene3d>
        </p:spPr>
      </p:pic>
      <p:pic>
        <p:nvPicPr>
          <p:cNvPr id="24" name="Kép 23">
            <a:extLst>
              <a:ext uri="{FF2B5EF4-FFF2-40B4-BE49-F238E27FC236}">
                <a16:creationId xmlns:a16="http://schemas.microsoft.com/office/drawing/2014/main" id="{4FBC8526-4663-42FD-853E-08B0009373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60" y="221893"/>
            <a:ext cx="2082990" cy="115693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isometricOffAxis1Right"/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28" name="Szövegdoboz 27">
            <a:extLst>
              <a:ext uri="{FF2B5EF4-FFF2-40B4-BE49-F238E27FC236}">
                <a16:creationId xmlns:a16="http://schemas.microsoft.com/office/drawing/2014/main" id="{A69E1D47-0688-427B-B817-0CB06AD7877A}"/>
              </a:ext>
            </a:extLst>
          </p:cNvPr>
          <p:cNvSpPr txBox="1"/>
          <p:nvPr/>
        </p:nvSpPr>
        <p:spPr>
          <a:xfrm>
            <a:off x="93860" y="2117156"/>
            <a:ext cx="665719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altLang="hu-H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Kategória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altLang="hu-H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 létrehozása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altLang="hu-H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(köretek)</a:t>
            </a:r>
            <a:endParaRPr lang="hu-HU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pic>
        <p:nvPicPr>
          <p:cNvPr id="29" name="Kép 28">
            <a:extLst>
              <a:ext uri="{FF2B5EF4-FFF2-40B4-BE49-F238E27FC236}">
                <a16:creationId xmlns:a16="http://schemas.microsoft.com/office/drawing/2014/main" id="{13224F50-CF76-4E8D-BC86-2500D051B3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4680" y="605526"/>
            <a:ext cx="7044334" cy="524970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scene3d>
            <a:camera prst="perspectiveContrastingRightFacing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33495031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églalap 10">
            <a:extLst>
              <a:ext uri="{FF2B5EF4-FFF2-40B4-BE49-F238E27FC236}">
                <a16:creationId xmlns:a16="http://schemas.microsoft.com/office/drawing/2014/main" id="{58ABD1D0-F413-4653-B4B6-3572A5D29488}"/>
              </a:ext>
            </a:extLst>
          </p:cNvPr>
          <p:cNvSpPr/>
          <p:nvPr/>
        </p:nvSpPr>
        <p:spPr>
          <a:xfrm rot="5400000">
            <a:off x="-10950000" y="-4092000"/>
            <a:ext cx="6858000" cy="15042000"/>
          </a:xfrm>
          <a:prstGeom prst="rect">
            <a:avLst/>
          </a:prstGeom>
          <a:solidFill>
            <a:srgbClr val="FFB7CC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Téglalap 17">
            <a:extLst>
              <a:ext uri="{FF2B5EF4-FFF2-40B4-BE49-F238E27FC236}">
                <a16:creationId xmlns:a16="http://schemas.microsoft.com/office/drawing/2014/main" id="{88244300-30FC-40B8-B0BF-CE6CF7153A79}"/>
              </a:ext>
            </a:extLst>
          </p:cNvPr>
          <p:cNvSpPr/>
          <p:nvPr/>
        </p:nvSpPr>
        <p:spPr>
          <a:xfrm rot="5400000">
            <a:off x="-7889300" y="-5492744"/>
            <a:ext cx="736600" cy="15042000"/>
          </a:xfrm>
          <a:prstGeom prst="rect">
            <a:avLst/>
          </a:prstGeom>
          <a:solidFill>
            <a:srgbClr val="FF81A5"/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Téglalap 19">
            <a:extLst>
              <a:ext uri="{FF2B5EF4-FFF2-40B4-BE49-F238E27FC236}">
                <a16:creationId xmlns:a16="http://schemas.microsoft.com/office/drawing/2014/main" id="{5D92003D-535B-4668-9CCA-77F9A57263C5}"/>
              </a:ext>
            </a:extLst>
          </p:cNvPr>
          <p:cNvSpPr/>
          <p:nvPr/>
        </p:nvSpPr>
        <p:spPr>
          <a:xfrm rot="5400000">
            <a:off x="-7889300" y="-3068181"/>
            <a:ext cx="736600" cy="15042000"/>
          </a:xfrm>
          <a:prstGeom prst="rect">
            <a:avLst/>
          </a:prstGeom>
          <a:solidFill>
            <a:srgbClr val="FF81A5"/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DD27001A-6518-423D-AFBA-A73FA25AE303}"/>
              </a:ext>
            </a:extLst>
          </p:cNvPr>
          <p:cNvSpPr/>
          <p:nvPr/>
        </p:nvSpPr>
        <p:spPr>
          <a:xfrm>
            <a:off x="-239100" y="-3961076"/>
            <a:ext cx="12431100" cy="11200075"/>
          </a:xfrm>
          <a:prstGeom prst="rect">
            <a:avLst/>
          </a:prstGeom>
          <a:solidFill>
            <a:srgbClr val="FF92B2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F9A95CB0-7200-4DB2-B636-20E85FEAE70A}"/>
              </a:ext>
            </a:extLst>
          </p:cNvPr>
          <p:cNvSpPr/>
          <p:nvPr/>
        </p:nvSpPr>
        <p:spPr>
          <a:xfrm>
            <a:off x="34752" y="-3412631"/>
            <a:ext cx="9309357" cy="927569"/>
          </a:xfrm>
          <a:prstGeom prst="roundRect">
            <a:avLst/>
          </a:prstGeom>
          <a:solidFill>
            <a:schemeClr val="bg1">
              <a:alpha val="94000"/>
            </a:schemeClr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Téglalap: lekerekített 13">
            <a:extLst>
              <a:ext uri="{FF2B5EF4-FFF2-40B4-BE49-F238E27FC236}">
                <a16:creationId xmlns:a16="http://schemas.microsoft.com/office/drawing/2014/main" id="{4D8BC4E4-7E62-41E1-A55B-5B0FE1A98923}"/>
              </a:ext>
            </a:extLst>
          </p:cNvPr>
          <p:cNvSpPr/>
          <p:nvPr/>
        </p:nvSpPr>
        <p:spPr>
          <a:xfrm>
            <a:off x="93860" y="-2514224"/>
            <a:ext cx="8988474" cy="927569"/>
          </a:xfrm>
          <a:prstGeom prst="roundRect">
            <a:avLst/>
          </a:prstGeom>
          <a:solidFill>
            <a:schemeClr val="bg1">
              <a:alpha val="94000"/>
            </a:schemeClr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Téglalap: lekerekített 14">
            <a:extLst>
              <a:ext uri="{FF2B5EF4-FFF2-40B4-BE49-F238E27FC236}">
                <a16:creationId xmlns:a16="http://schemas.microsoft.com/office/drawing/2014/main" id="{55702588-1D21-4818-8EB5-254741F5DEDD}"/>
              </a:ext>
            </a:extLst>
          </p:cNvPr>
          <p:cNvSpPr/>
          <p:nvPr/>
        </p:nvSpPr>
        <p:spPr>
          <a:xfrm>
            <a:off x="280993" y="-1658266"/>
            <a:ext cx="8047535" cy="927569"/>
          </a:xfrm>
          <a:prstGeom prst="roundRect">
            <a:avLst/>
          </a:prstGeom>
          <a:solidFill>
            <a:schemeClr val="bg1">
              <a:alpha val="94000"/>
            </a:schemeClr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CC15B750-427B-4797-B714-9669273F43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  <a14:imgEffect>
                      <a14:colorTemperature colorTemp="7000"/>
                    </a14:imgEffect>
                    <a14:imgEffect>
                      <a14:saturation sat="40000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5288" y="0"/>
            <a:ext cx="1948857" cy="1948857"/>
          </a:xfrm>
          <a:prstGeom prst="rect">
            <a:avLst/>
          </a:prstGeom>
        </p:spPr>
      </p:pic>
      <p:pic>
        <p:nvPicPr>
          <p:cNvPr id="13" name="Kép 12">
            <a:extLst>
              <a:ext uri="{FF2B5EF4-FFF2-40B4-BE49-F238E27FC236}">
                <a16:creationId xmlns:a16="http://schemas.microsoft.com/office/drawing/2014/main" id="{74707BE0-7076-48E9-BCBA-0D24EC5D12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2025" y="306245"/>
            <a:ext cx="2082990" cy="115229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52006D1B-CD96-46CE-B33A-5B096E7DF5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4654" y="2536372"/>
            <a:ext cx="2082990" cy="115229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467785DB-C44B-4B20-84A1-B34E54ECDE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7108" y="5084922"/>
            <a:ext cx="2082990" cy="115693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7" name="Kép 16">
            <a:extLst>
              <a:ext uri="{FF2B5EF4-FFF2-40B4-BE49-F238E27FC236}">
                <a16:creationId xmlns:a16="http://schemas.microsoft.com/office/drawing/2014/main" id="{A1F7AC29-F607-4487-8459-3911997731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8129" y="3927986"/>
            <a:ext cx="2082990" cy="115693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22" name="Kép 21">
            <a:extLst>
              <a:ext uri="{FF2B5EF4-FFF2-40B4-BE49-F238E27FC236}">
                <a16:creationId xmlns:a16="http://schemas.microsoft.com/office/drawing/2014/main" id="{A3F73592-3BDD-4BCE-BA89-1F3D33D5FE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61119" y="1017962"/>
            <a:ext cx="2082990" cy="115693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cxnSp>
        <p:nvCxnSpPr>
          <p:cNvPr id="6" name="Egyenes összekötő nyíllal 5">
            <a:extLst>
              <a:ext uri="{FF2B5EF4-FFF2-40B4-BE49-F238E27FC236}">
                <a16:creationId xmlns:a16="http://schemas.microsoft.com/office/drawing/2014/main" id="{BBB7127C-A010-4D19-B42E-A203E166618C}"/>
              </a:ext>
            </a:extLst>
          </p:cNvPr>
          <p:cNvCxnSpPr>
            <a:cxnSpLocks/>
          </p:cNvCxnSpPr>
          <p:nvPr/>
        </p:nvCxnSpPr>
        <p:spPr>
          <a:xfrm flipH="1">
            <a:off x="2208603" y="1331614"/>
            <a:ext cx="372425" cy="3997127"/>
          </a:xfrm>
          <a:prstGeom prst="straightConnector1">
            <a:avLst/>
          </a:prstGeom>
          <a:ln w="76200">
            <a:solidFill>
              <a:srgbClr val="FF2D69"/>
            </a:solidFill>
            <a:tailEnd type="triangle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gyenes összekötő nyíllal 18">
            <a:extLst>
              <a:ext uri="{FF2B5EF4-FFF2-40B4-BE49-F238E27FC236}">
                <a16:creationId xmlns:a16="http://schemas.microsoft.com/office/drawing/2014/main" id="{92E5C555-DD80-4A46-81AD-6D11C0DFBB69}"/>
              </a:ext>
            </a:extLst>
          </p:cNvPr>
          <p:cNvCxnSpPr>
            <a:cxnSpLocks/>
          </p:cNvCxnSpPr>
          <p:nvPr/>
        </p:nvCxnSpPr>
        <p:spPr>
          <a:xfrm flipV="1">
            <a:off x="2651872" y="3572142"/>
            <a:ext cx="1131022" cy="1740180"/>
          </a:xfrm>
          <a:prstGeom prst="straightConnector1">
            <a:avLst/>
          </a:prstGeom>
          <a:ln w="76200">
            <a:solidFill>
              <a:srgbClr val="FF2D69"/>
            </a:solidFill>
            <a:tailEnd type="triangle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gyenes összekötő nyíllal 22">
            <a:extLst>
              <a:ext uri="{FF2B5EF4-FFF2-40B4-BE49-F238E27FC236}">
                <a16:creationId xmlns:a16="http://schemas.microsoft.com/office/drawing/2014/main" id="{EA58D040-9CA0-484F-8A0B-8CD371AFF2BB}"/>
              </a:ext>
            </a:extLst>
          </p:cNvPr>
          <p:cNvCxnSpPr>
            <a:cxnSpLocks/>
          </p:cNvCxnSpPr>
          <p:nvPr/>
        </p:nvCxnSpPr>
        <p:spPr>
          <a:xfrm flipV="1">
            <a:off x="5137644" y="1873920"/>
            <a:ext cx="2123475" cy="963284"/>
          </a:xfrm>
          <a:prstGeom prst="straightConnector1">
            <a:avLst/>
          </a:prstGeom>
          <a:ln w="76200">
            <a:solidFill>
              <a:srgbClr val="FF2D69"/>
            </a:solidFill>
            <a:tailEnd type="triangle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gyenes összekötő nyíllal 26">
            <a:extLst>
              <a:ext uri="{FF2B5EF4-FFF2-40B4-BE49-F238E27FC236}">
                <a16:creationId xmlns:a16="http://schemas.microsoft.com/office/drawing/2014/main" id="{939E9FB0-B0EC-4747-B322-BE0458B0E61C}"/>
              </a:ext>
            </a:extLst>
          </p:cNvPr>
          <p:cNvCxnSpPr>
            <a:cxnSpLocks/>
          </p:cNvCxnSpPr>
          <p:nvPr/>
        </p:nvCxnSpPr>
        <p:spPr>
          <a:xfrm flipH="1">
            <a:off x="6494804" y="2024410"/>
            <a:ext cx="1108281" cy="2060109"/>
          </a:xfrm>
          <a:prstGeom prst="straightConnector1">
            <a:avLst/>
          </a:prstGeom>
          <a:ln w="76200">
            <a:solidFill>
              <a:srgbClr val="FF2D69"/>
            </a:solidFill>
            <a:tailEnd type="triangle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Kép 38">
            <a:extLst>
              <a:ext uri="{FF2B5EF4-FFF2-40B4-BE49-F238E27FC236}">
                <a16:creationId xmlns:a16="http://schemas.microsoft.com/office/drawing/2014/main" id="{C322EB96-C935-4FF5-8DBC-1E4F9472C05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46667" y="7420746"/>
            <a:ext cx="6563722" cy="36344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scene3d>
            <a:camera prst="perspectiveAbove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19604880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A7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églalap 10">
            <a:extLst>
              <a:ext uri="{FF2B5EF4-FFF2-40B4-BE49-F238E27FC236}">
                <a16:creationId xmlns:a16="http://schemas.microsoft.com/office/drawing/2014/main" id="{58ABD1D0-F413-4653-B4B6-3572A5D29488}"/>
              </a:ext>
            </a:extLst>
          </p:cNvPr>
          <p:cNvSpPr/>
          <p:nvPr/>
        </p:nvSpPr>
        <p:spPr>
          <a:xfrm rot="5400000">
            <a:off x="-10950000" y="-4092000"/>
            <a:ext cx="6858000" cy="15042000"/>
          </a:xfrm>
          <a:prstGeom prst="rect">
            <a:avLst/>
          </a:prstGeom>
          <a:solidFill>
            <a:srgbClr val="FFB7CC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Téglalap 17">
            <a:extLst>
              <a:ext uri="{FF2B5EF4-FFF2-40B4-BE49-F238E27FC236}">
                <a16:creationId xmlns:a16="http://schemas.microsoft.com/office/drawing/2014/main" id="{88244300-30FC-40B8-B0BF-CE6CF7153A79}"/>
              </a:ext>
            </a:extLst>
          </p:cNvPr>
          <p:cNvSpPr/>
          <p:nvPr/>
        </p:nvSpPr>
        <p:spPr>
          <a:xfrm rot="5400000">
            <a:off x="-7889300" y="-5492744"/>
            <a:ext cx="736600" cy="15042000"/>
          </a:xfrm>
          <a:prstGeom prst="rect">
            <a:avLst/>
          </a:prstGeom>
          <a:solidFill>
            <a:srgbClr val="FF81A5"/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Téglalap 19">
            <a:extLst>
              <a:ext uri="{FF2B5EF4-FFF2-40B4-BE49-F238E27FC236}">
                <a16:creationId xmlns:a16="http://schemas.microsoft.com/office/drawing/2014/main" id="{5D92003D-535B-4668-9CCA-77F9A57263C5}"/>
              </a:ext>
            </a:extLst>
          </p:cNvPr>
          <p:cNvSpPr/>
          <p:nvPr/>
        </p:nvSpPr>
        <p:spPr>
          <a:xfrm rot="5400000">
            <a:off x="-7889300" y="-3068181"/>
            <a:ext cx="736600" cy="15042000"/>
          </a:xfrm>
          <a:prstGeom prst="rect">
            <a:avLst/>
          </a:prstGeom>
          <a:solidFill>
            <a:srgbClr val="FF81A5"/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CC15B750-427B-4797-B714-9669273F43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  <a14:imgEffect>
                      <a14:colorTemperature colorTemp="7000"/>
                    </a14:imgEffect>
                    <a14:imgEffect>
                      <a14:saturation sat="40000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5288" y="0"/>
            <a:ext cx="1948857" cy="1948857"/>
          </a:xfrm>
          <a:prstGeom prst="rect">
            <a:avLst/>
          </a:prstGeom>
        </p:spPr>
      </p:pic>
      <p:sp>
        <p:nvSpPr>
          <p:cNvPr id="2" name="Téglalap 1">
            <a:extLst>
              <a:ext uri="{FF2B5EF4-FFF2-40B4-BE49-F238E27FC236}">
                <a16:creationId xmlns:a16="http://schemas.microsoft.com/office/drawing/2014/main" id="{DD27001A-6518-423D-AFBA-A73FA25AE303}"/>
              </a:ext>
            </a:extLst>
          </p:cNvPr>
          <p:cNvSpPr/>
          <p:nvPr/>
        </p:nvSpPr>
        <p:spPr>
          <a:xfrm>
            <a:off x="4067412" y="1400412"/>
            <a:ext cx="4057176" cy="4057176"/>
          </a:xfrm>
          <a:prstGeom prst="rect">
            <a:avLst/>
          </a:prstGeom>
          <a:solidFill>
            <a:srgbClr val="FF92B2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F9A95CB0-7200-4DB2-B636-20E85FEAE70A}"/>
              </a:ext>
            </a:extLst>
          </p:cNvPr>
          <p:cNvSpPr/>
          <p:nvPr/>
        </p:nvSpPr>
        <p:spPr>
          <a:xfrm>
            <a:off x="4341264" y="1948857"/>
            <a:ext cx="3512321" cy="349962"/>
          </a:xfrm>
          <a:prstGeom prst="roundRect">
            <a:avLst/>
          </a:prstGeom>
          <a:solidFill>
            <a:schemeClr val="bg1">
              <a:alpha val="94000"/>
            </a:schemeClr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Téglalap: lekerekített 13">
            <a:extLst>
              <a:ext uri="{FF2B5EF4-FFF2-40B4-BE49-F238E27FC236}">
                <a16:creationId xmlns:a16="http://schemas.microsoft.com/office/drawing/2014/main" id="{4D8BC4E4-7E62-41E1-A55B-5B0FE1A98923}"/>
              </a:ext>
            </a:extLst>
          </p:cNvPr>
          <p:cNvSpPr/>
          <p:nvPr/>
        </p:nvSpPr>
        <p:spPr>
          <a:xfrm>
            <a:off x="4400372" y="2847264"/>
            <a:ext cx="3391255" cy="349962"/>
          </a:xfrm>
          <a:prstGeom prst="roundRect">
            <a:avLst/>
          </a:prstGeom>
          <a:solidFill>
            <a:schemeClr val="bg1">
              <a:alpha val="94000"/>
            </a:schemeClr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Téglalap: lekerekített 14">
            <a:extLst>
              <a:ext uri="{FF2B5EF4-FFF2-40B4-BE49-F238E27FC236}">
                <a16:creationId xmlns:a16="http://schemas.microsoft.com/office/drawing/2014/main" id="{55702588-1D21-4818-8EB5-254741F5DEDD}"/>
              </a:ext>
            </a:extLst>
          </p:cNvPr>
          <p:cNvSpPr/>
          <p:nvPr/>
        </p:nvSpPr>
        <p:spPr>
          <a:xfrm>
            <a:off x="4587505" y="3703222"/>
            <a:ext cx="3036249" cy="349962"/>
          </a:xfrm>
          <a:prstGeom prst="roundRect">
            <a:avLst/>
          </a:prstGeom>
          <a:solidFill>
            <a:schemeClr val="bg1">
              <a:alpha val="94000"/>
            </a:schemeClr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9" name="Kép 18">
            <a:extLst>
              <a:ext uri="{FF2B5EF4-FFF2-40B4-BE49-F238E27FC236}">
                <a16:creationId xmlns:a16="http://schemas.microsoft.com/office/drawing/2014/main" id="{8701745D-2260-4F57-BF3C-B6D50502E2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294579" y="8260544"/>
            <a:ext cx="2082990" cy="115229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21" name="Kép 20">
            <a:extLst>
              <a:ext uri="{FF2B5EF4-FFF2-40B4-BE49-F238E27FC236}">
                <a16:creationId xmlns:a16="http://schemas.microsoft.com/office/drawing/2014/main" id="{FA97499E-3427-4338-9C3B-E3E94B0B25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701950" y="10490671"/>
            <a:ext cx="2082990" cy="115229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23" name="Kép 22">
            <a:extLst>
              <a:ext uri="{FF2B5EF4-FFF2-40B4-BE49-F238E27FC236}">
                <a16:creationId xmlns:a16="http://schemas.microsoft.com/office/drawing/2014/main" id="{716966EB-05D2-4C29-8CED-412C6F0883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589496" y="13039221"/>
            <a:ext cx="2082990" cy="115693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24" name="Kép 23">
            <a:extLst>
              <a:ext uri="{FF2B5EF4-FFF2-40B4-BE49-F238E27FC236}">
                <a16:creationId xmlns:a16="http://schemas.microsoft.com/office/drawing/2014/main" id="{F39DA941-D8D9-4B00-B481-2EE3BCB67E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1525" y="11882285"/>
            <a:ext cx="2082990" cy="115693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25" name="Kép 24">
            <a:extLst>
              <a:ext uri="{FF2B5EF4-FFF2-40B4-BE49-F238E27FC236}">
                <a16:creationId xmlns:a16="http://schemas.microsoft.com/office/drawing/2014/main" id="{29A07D89-E8A4-44AF-AD7E-2DE1F69245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04515" y="8972261"/>
            <a:ext cx="2082990" cy="115693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cxnSp>
        <p:nvCxnSpPr>
          <p:cNvPr id="26" name="Egyenes összekötő nyíllal 25">
            <a:extLst>
              <a:ext uri="{FF2B5EF4-FFF2-40B4-BE49-F238E27FC236}">
                <a16:creationId xmlns:a16="http://schemas.microsoft.com/office/drawing/2014/main" id="{E1AB6E36-3B58-4711-9BB9-D5951CE68ED0}"/>
              </a:ext>
            </a:extLst>
          </p:cNvPr>
          <p:cNvCxnSpPr>
            <a:cxnSpLocks/>
          </p:cNvCxnSpPr>
          <p:nvPr/>
        </p:nvCxnSpPr>
        <p:spPr>
          <a:xfrm flipH="1">
            <a:off x="-2548001" y="9285913"/>
            <a:ext cx="372425" cy="3997127"/>
          </a:xfrm>
          <a:prstGeom prst="straightConnector1">
            <a:avLst/>
          </a:prstGeom>
          <a:ln w="76200">
            <a:solidFill>
              <a:srgbClr val="FF2D69"/>
            </a:solidFill>
            <a:tailEnd type="triangle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gyenes összekötő nyíllal 26">
            <a:extLst>
              <a:ext uri="{FF2B5EF4-FFF2-40B4-BE49-F238E27FC236}">
                <a16:creationId xmlns:a16="http://schemas.microsoft.com/office/drawing/2014/main" id="{5F68E84B-73DA-4192-B433-4116AF543856}"/>
              </a:ext>
            </a:extLst>
          </p:cNvPr>
          <p:cNvCxnSpPr>
            <a:cxnSpLocks/>
          </p:cNvCxnSpPr>
          <p:nvPr/>
        </p:nvCxnSpPr>
        <p:spPr>
          <a:xfrm flipV="1">
            <a:off x="-2104732" y="11526441"/>
            <a:ext cx="1131022" cy="1740180"/>
          </a:xfrm>
          <a:prstGeom prst="straightConnector1">
            <a:avLst/>
          </a:prstGeom>
          <a:ln w="76200">
            <a:solidFill>
              <a:srgbClr val="FF2D69"/>
            </a:solidFill>
            <a:tailEnd type="triangle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gyenes összekötő nyíllal 27">
            <a:extLst>
              <a:ext uri="{FF2B5EF4-FFF2-40B4-BE49-F238E27FC236}">
                <a16:creationId xmlns:a16="http://schemas.microsoft.com/office/drawing/2014/main" id="{BC68B19D-D1B7-4C0C-8676-1BE8ABF5C3B7}"/>
              </a:ext>
            </a:extLst>
          </p:cNvPr>
          <p:cNvCxnSpPr>
            <a:cxnSpLocks/>
          </p:cNvCxnSpPr>
          <p:nvPr/>
        </p:nvCxnSpPr>
        <p:spPr>
          <a:xfrm flipV="1">
            <a:off x="381040" y="9828219"/>
            <a:ext cx="2123475" cy="963284"/>
          </a:xfrm>
          <a:prstGeom prst="straightConnector1">
            <a:avLst/>
          </a:prstGeom>
          <a:ln w="76200">
            <a:solidFill>
              <a:srgbClr val="FF2D69"/>
            </a:solidFill>
            <a:tailEnd type="triangle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gyenes összekötő nyíllal 28">
            <a:extLst>
              <a:ext uri="{FF2B5EF4-FFF2-40B4-BE49-F238E27FC236}">
                <a16:creationId xmlns:a16="http://schemas.microsoft.com/office/drawing/2014/main" id="{281D3802-BEE9-404D-A16A-14176703E9DF}"/>
              </a:ext>
            </a:extLst>
          </p:cNvPr>
          <p:cNvCxnSpPr>
            <a:cxnSpLocks/>
          </p:cNvCxnSpPr>
          <p:nvPr/>
        </p:nvCxnSpPr>
        <p:spPr>
          <a:xfrm flipH="1">
            <a:off x="1738200" y="9978709"/>
            <a:ext cx="1108281" cy="2060109"/>
          </a:xfrm>
          <a:prstGeom prst="straightConnector1">
            <a:avLst/>
          </a:prstGeom>
          <a:ln w="76200">
            <a:solidFill>
              <a:srgbClr val="FF2D69"/>
            </a:solidFill>
            <a:tailEnd type="triangle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zövegdoboz 21">
            <a:extLst>
              <a:ext uri="{FF2B5EF4-FFF2-40B4-BE49-F238E27FC236}">
                <a16:creationId xmlns:a16="http://schemas.microsoft.com/office/drawing/2014/main" id="{073B8CDB-E7FF-4D8F-80CD-44F01829F970}"/>
              </a:ext>
            </a:extLst>
          </p:cNvPr>
          <p:cNvSpPr txBox="1"/>
          <p:nvPr/>
        </p:nvSpPr>
        <p:spPr>
          <a:xfrm>
            <a:off x="5417820" y="4610180"/>
            <a:ext cx="23088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Menü</a:t>
            </a:r>
          </a:p>
        </p:txBody>
      </p:sp>
    </p:spTree>
    <p:extLst>
      <p:ext uri="{BB962C8B-B14F-4D97-AF65-F5344CB8AC3E}">
        <p14:creationId xmlns:p14="http://schemas.microsoft.com/office/powerpoint/2010/main" val="6394038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A7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églalap 11">
            <a:extLst>
              <a:ext uri="{FF2B5EF4-FFF2-40B4-BE49-F238E27FC236}">
                <a16:creationId xmlns:a16="http://schemas.microsoft.com/office/drawing/2014/main" id="{328374C0-4AFD-45D6-8253-0E256E207D3A}"/>
              </a:ext>
            </a:extLst>
          </p:cNvPr>
          <p:cNvSpPr/>
          <p:nvPr/>
        </p:nvSpPr>
        <p:spPr>
          <a:xfrm rot="3600000">
            <a:off x="5780278" y="-4289000"/>
            <a:ext cx="736600" cy="15042000"/>
          </a:xfrm>
          <a:prstGeom prst="rect">
            <a:avLst/>
          </a:prstGeom>
          <a:solidFill>
            <a:srgbClr val="FFB7CC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E4515443-5922-4E28-A53A-A3FD044187B2}"/>
              </a:ext>
            </a:extLst>
          </p:cNvPr>
          <p:cNvSpPr/>
          <p:nvPr/>
        </p:nvSpPr>
        <p:spPr>
          <a:xfrm rot="7200000">
            <a:off x="5780280" y="-4289002"/>
            <a:ext cx="736600" cy="15042000"/>
          </a:xfrm>
          <a:prstGeom prst="rect">
            <a:avLst/>
          </a:prstGeom>
          <a:solidFill>
            <a:srgbClr val="FFB7CC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Téglalap 13">
            <a:extLst>
              <a:ext uri="{FF2B5EF4-FFF2-40B4-BE49-F238E27FC236}">
                <a16:creationId xmlns:a16="http://schemas.microsoft.com/office/drawing/2014/main" id="{02D202DE-E9A3-4378-8402-773B939D2444}"/>
              </a:ext>
            </a:extLst>
          </p:cNvPr>
          <p:cNvSpPr/>
          <p:nvPr/>
        </p:nvSpPr>
        <p:spPr>
          <a:xfrm rot="5400000">
            <a:off x="5932680" y="-4136602"/>
            <a:ext cx="736600" cy="15042000"/>
          </a:xfrm>
          <a:prstGeom prst="rect">
            <a:avLst/>
          </a:prstGeom>
          <a:solidFill>
            <a:srgbClr val="FFB7CC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Téglalap 14">
            <a:extLst>
              <a:ext uri="{FF2B5EF4-FFF2-40B4-BE49-F238E27FC236}">
                <a16:creationId xmlns:a16="http://schemas.microsoft.com/office/drawing/2014/main" id="{4C683A00-1639-4973-9735-24B20F759175}"/>
              </a:ext>
            </a:extLst>
          </p:cNvPr>
          <p:cNvSpPr/>
          <p:nvPr/>
        </p:nvSpPr>
        <p:spPr>
          <a:xfrm>
            <a:off x="5727700" y="-4092000"/>
            <a:ext cx="736600" cy="15042000"/>
          </a:xfrm>
          <a:prstGeom prst="rect">
            <a:avLst/>
          </a:prstGeom>
          <a:solidFill>
            <a:srgbClr val="FFB7CC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Téglalap 15">
            <a:extLst>
              <a:ext uri="{FF2B5EF4-FFF2-40B4-BE49-F238E27FC236}">
                <a16:creationId xmlns:a16="http://schemas.microsoft.com/office/drawing/2014/main" id="{85FE3F2F-6EAE-4A21-A1EA-05CD6FDD842D}"/>
              </a:ext>
            </a:extLst>
          </p:cNvPr>
          <p:cNvSpPr/>
          <p:nvPr/>
        </p:nvSpPr>
        <p:spPr>
          <a:xfrm rot="3600000">
            <a:off x="5411978" y="-3768300"/>
            <a:ext cx="736600" cy="15042000"/>
          </a:xfrm>
          <a:prstGeom prst="rect">
            <a:avLst/>
          </a:prstGeom>
          <a:solidFill>
            <a:srgbClr val="FF81A5"/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Téglalap 16">
            <a:extLst>
              <a:ext uri="{FF2B5EF4-FFF2-40B4-BE49-F238E27FC236}">
                <a16:creationId xmlns:a16="http://schemas.microsoft.com/office/drawing/2014/main" id="{721B893D-42A9-44CA-9A47-A93FFDDACC65}"/>
              </a:ext>
            </a:extLst>
          </p:cNvPr>
          <p:cNvSpPr/>
          <p:nvPr/>
        </p:nvSpPr>
        <p:spPr>
          <a:xfrm rot="7200000">
            <a:off x="5411980" y="-3768302"/>
            <a:ext cx="736600" cy="15042000"/>
          </a:xfrm>
          <a:prstGeom prst="rect">
            <a:avLst/>
          </a:prstGeom>
          <a:solidFill>
            <a:srgbClr val="FF81A5"/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Téglalap 17">
            <a:extLst>
              <a:ext uri="{FF2B5EF4-FFF2-40B4-BE49-F238E27FC236}">
                <a16:creationId xmlns:a16="http://schemas.microsoft.com/office/drawing/2014/main" id="{88244300-30FC-40B8-B0BF-CE6CF7153A79}"/>
              </a:ext>
            </a:extLst>
          </p:cNvPr>
          <p:cNvSpPr/>
          <p:nvPr/>
        </p:nvSpPr>
        <p:spPr>
          <a:xfrm rot="5400000">
            <a:off x="5564380" y="-3615902"/>
            <a:ext cx="736600" cy="15042000"/>
          </a:xfrm>
          <a:prstGeom prst="rect">
            <a:avLst/>
          </a:prstGeom>
          <a:solidFill>
            <a:srgbClr val="FF81A5"/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Téglalap 18">
            <a:extLst>
              <a:ext uri="{FF2B5EF4-FFF2-40B4-BE49-F238E27FC236}">
                <a16:creationId xmlns:a16="http://schemas.microsoft.com/office/drawing/2014/main" id="{E149E488-5A43-4C4E-95E8-236462321347}"/>
              </a:ext>
            </a:extLst>
          </p:cNvPr>
          <p:cNvSpPr/>
          <p:nvPr/>
        </p:nvSpPr>
        <p:spPr>
          <a:xfrm>
            <a:off x="5359400" y="-3571300"/>
            <a:ext cx="736600" cy="15042000"/>
          </a:xfrm>
          <a:prstGeom prst="rect">
            <a:avLst/>
          </a:prstGeom>
          <a:solidFill>
            <a:srgbClr val="FF81A5"/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0" name="Csoportba foglalás 9">
            <a:extLst>
              <a:ext uri="{FF2B5EF4-FFF2-40B4-BE49-F238E27FC236}">
                <a16:creationId xmlns:a16="http://schemas.microsoft.com/office/drawing/2014/main" id="{0BC18886-408E-43F3-B716-321FB920DF0B}"/>
              </a:ext>
            </a:extLst>
          </p:cNvPr>
          <p:cNvGrpSpPr/>
          <p:nvPr/>
        </p:nvGrpSpPr>
        <p:grpSpPr>
          <a:xfrm>
            <a:off x="3681606" y="601360"/>
            <a:ext cx="5267325" cy="5267325"/>
            <a:chOff x="3681606" y="601360"/>
            <a:chExt cx="5267325" cy="5267325"/>
          </a:xfrm>
        </p:grpSpPr>
        <p:sp>
          <p:nvSpPr>
            <p:cNvPr id="28" name="Téglalap 27">
              <a:extLst>
                <a:ext uri="{FF2B5EF4-FFF2-40B4-BE49-F238E27FC236}">
                  <a16:creationId xmlns:a16="http://schemas.microsoft.com/office/drawing/2014/main" id="{B70FCF99-3058-41C0-BE7F-0B17F5A4195E}"/>
                </a:ext>
              </a:extLst>
            </p:cNvPr>
            <p:cNvSpPr/>
            <p:nvPr/>
          </p:nvSpPr>
          <p:spPr>
            <a:xfrm>
              <a:off x="3681606" y="601360"/>
              <a:ext cx="5267325" cy="5267325"/>
            </a:xfrm>
            <a:prstGeom prst="rect">
              <a:avLst/>
            </a:prstGeom>
            <a:solidFill>
              <a:srgbClr val="FF92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pic>
          <p:nvPicPr>
            <p:cNvPr id="23" name="Kép 22">
              <a:extLst>
                <a:ext uri="{FF2B5EF4-FFF2-40B4-BE49-F238E27FC236}">
                  <a16:creationId xmlns:a16="http://schemas.microsoft.com/office/drawing/2014/main" id="{43D0AEDA-0CF7-42AB-AEE1-5387147136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99779" y="1413636"/>
              <a:ext cx="3630977" cy="3630977"/>
            </a:xfrm>
            <a:prstGeom prst="rect">
              <a:avLst/>
            </a:prstGeom>
            <a:ln>
              <a:noFill/>
            </a:ln>
            <a:effectLst/>
          </p:spPr>
        </p:pic>
      </p:grpSp>
      <p:sp>
        <p:nvSpPr>
          <p:cNvPr id="3" name="Szövegdoboz 2">
            <a:extLst>
              <a:ext uri="{FF2B5EF4-FFF2-40B4-BE49-F238E27FC236}">
                <a16:creationId xmlns:a16="http://schemas.microsoft.com/office/drawing/2014/main" id="{75786F14-E8A2-4F91-AEB1-95C76B101019}"/>
              </a:ext>
            </a:extLst>
          </p:cNvPr>
          <p:cNvSpPr txBox="1"/>
          <p:nvPr/>
        </p:nvSpPr>
        <p:spPr>
          <a:xfrm>
            <a:off x="3777361" y="4747876"/>
            <a:ext cx="5373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Köszönjük a figyelmet!</a:t>
            </a:r>
          </a:p>
        </p:txBody>
      </p:sp>
      <p:pic>
        <p:nvPicPr>
          <p:cNvPr id="24" name="Kép 23">
            <a:extLst>
              <a:ext uri="{FF2B5EF4-FFF2-40B4-BE49-F238E27FC236}">
                <a16:creationId xmlns:a16="http://schemas.microsoft.com/office/drawing/2014/main" id="{7C600465-E605-442B-80DA-295416D78C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100000"/>
                    </a14:imgEffect>
                    <a14:imgEffect>
                      <a14:colorTemperature colorTemp="7000"/>
                    </a14:imgEffect>
                    <a14:imgEffect>
                      <a14:saturation sat="40000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9903" y="0"/>
            <a:ext cx="1948857" cy="194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3330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</Words>
  <Application>Microsoft Office PowerPoint</Application>
  <PresentationFormat>Szélesvásznú</PresentationFormat>
  <Paragraphs>29</Paragraphs>
  <Slides>15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15</vt:i4>
      </vt:variant>
    </vt:vector>
  </HeadingPairs>
  <TitlesOfParts>
    <vt:vector size="20" baseType="lpstr">
      <vt:lpstr>Arial</vt:lpstr>
      <vt:lpstr>Arial Rounded MT Bold</vt:lpstr>
      <vt:lpstr>Calibri</vt:lpstr>
      <vt:lpstr>Calibri Light</vt:lpstr>
      <vt:lpstr>Office-téma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Barath Zoltan</dc:creator>
  <cp:lastModifiedBy>Barath Zoltan</cp:lastModifiedBy>
  <cp:revision>25</cp:revision>
  <dcterms:created xsi:type="dcterms:W3CDTF">2025-10-22T10:29:42Z</dcterms:created>
  <dcterms:modified xsi:type="dcterms:W3CDTF">2025-11-05T12:36:47Z</dcterms:modified>
</cp:coreProperties>
</file>